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67" r:id="rId16"/>
    <p:sldId id="265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1856" y="-4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1026FA-005D-4F83-91B7-4A67E527D09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035807-436B-4098-B283-CFDB1C2C895B}">
      <dgm:prSet phldrT="[Text]" custT="1"/>
      <dgm:spPr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Collection &amp; Preprocessing</a:t>
          </a:r>
          <a:endParaRPr lang="en-US" sz="16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38784C-E47C-4381-88BA-3A6C34619753}" type="parTrans" cxnId="{568EF7AE-5E7A-4A4B-8C1E-7742DE39B02B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9FD588D3-FE2F-4AEF-ABC5-9048826E4994}" type="sibTrans" cxnId="{568EF7AE-5E7A-4A4B-8C1E-7742DE39B02B}">
      <dgm:prSet/>
      <dgm:spPr>
        <a:solidFill>
          <a:schemeClr val="tx1">
            <a:lumMod val="50000"/>
            <a:lumOff val="50000"/>
          </a:schemeClr>
        </a:solidFill>
        <a:ln>
          <a:noFill/>
        </a:ln>
      </dgm:spPr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05AAF50B-5C87-4E19-B1B3-38E188CC8D32}">
      <dgm:prSet phldrT="[Text]" custT="1"/>
      <dgm:spPr>
        <a:solidFill>
          <a:schemeClr val="accent3"/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Inference &amp; API</a:t>
          </a:r>
          <a:endParaRPr lang="en-US" sz="16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F2B4BD-297A-43EE-8D5C-D466EF2F37C8}" type="parTrans" cxnId="{EE9B1865-1468-41CE-9B5A-69A5D2D9CDD8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16810300-1F98-4C00-98C7-7F4C93CDEE9E}" type="sibTrans" cxnId="{EE9B1865-1468-41CE-9B5A-69A5D2D9CDD8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C8D3EB2C-1B33-49F1-A09D-9D8BC98DCFFC}">
      <dgm:prSet custT="1"/>
      <dgm:spPr>
        <a:solidFill>
          <a:schemeClr val="accent4"/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User Interface (</a:t>
          </a:r>
          <a:r>
            <a:rPr lang="en-US" sz="1600" dirty="0" err="1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Gradio</a:t>
          </a:r>
          <a:r>
            <a:rPr lang="en-US" sz="1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US" sz="16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244590-7546-41EF-B8E3-CE696B7074AA}" type="parTrans" cxnId="{1A156D4A-22BD-4D92-84FE-40225A3AEAE5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858B79B7-C7F1-4032-BEBB-EED6A59C485A}" type="sibTrans" cxnId="{1A156D4A-22BD-4D92-84FE-40225A3AEAE5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A96F4048-1F86-40B8-8EB8-B0D3CCB904AC}">
      <dgm:prSet custT="1"/>
      <dgm:spPr>
        <a:solidFill>
          <a:schemeClr val="accent6"/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Database (MySQL, MongoDB)</a:t>
          </a:r>
          <a:endParaRPr lang="en-US" sz="16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4DE79F-C8CE-4AD5-908F-46F2DD11FEAF}" type="parTrans" cxnId="{836D2420-AD9D-45DF-9FEC-CF5DD690EEA6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8A04FE2A-8093-4AA8-9662-819B2383A01F}" type="sibTrans" cxnId="{836D2420-AD9D-45DF-9FEC-CF5DD690EEA6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493133E4-0A75-4988-B893-C64C3896137C}">
      <dgm:prSet phldrT="[Text]" custT="1"/>
      <dgm:spPr>
        <a:solidFill>
          <a:schemeClr val="accent2"/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Model Training &amp; Optimization</a:t>
          </a:r>
          <a:endParaRPr lang="en-US" sz="16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07D118-DF82-41F2-B25C-B08B875AD3C1}" type="sibTrans" cxnId="{BBC9D532-9666-4D18-8598-ADC8785C9EE5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786492F5-D397-4BFF-8CD6-C70719EE8EC7}" type="parTrans" cxnId="{BBC9D532-9666-4D18-8598-ADC8785C9EE5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1A27FCBB-E541-4E0E-B1EF-0DC3B82F7D6B}" type="pres">
      <dgm:prSet presAssocID="{B61026FA-005D-4F83-91B7-4A67E527D09C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1FECFB32-E6B3-4745-B74B-03EBCFD88A4F}" type="pres">
      <dgm:prSet presAssocID="{B61026FA-005D-4F83-91B7-4A67E527D09C}" presName="Name1" presStyleCnt="0"/>
      <dgm:spPr/>
    </dgm:pt>
    <dgm:pt modelId="{E80E83BC-FA7D-41C4-ADB9-CFD4B5BC7C27}" type="pres">
      <dgm:prSet presAssocID="{B61026FA-005D-4F83-91B7-4A67E527D09C}" presName="cycle" presStyleCnt="0"/>
      <dgm:spPr/>
    </dgm:pt>
    <dgm:pt modelId="{60030C70-F1E5-4987-AFAD-C98CFD15F308}" type="pres">
      <dgm:prSet presAssocID="{B61026FA-005D-4F83-91B7-4A67E527D09C}" presName="srcNode" presStyleLbl="node1" presStyleIdx="0" presStyleCnt="5"/>
      <dgm:spPr/>
    </dgm:pt>
    <dgm:pt modelId="{75CD2D43-FF46-486F-8F92-07E6EFDCB430}" type="pres">
      <dgm:prSet presAssocID="{B61026FA-005D-4F83-91B7-4A67E527D09C}" presName="conn" presStyleLbl="parChTrans1D2" presStyleIdx="0" presStyleCnt="1"/>
      <dgm:spPr/>
      <dgm:t>
        <a:bodyPr/>
        <a:lstStyle/>
        <a:p>
          <a:endParaRPr lang="en-US"/>
        </a:p>
      </dgm:t>
    </dgm:pt>
    <dgm:pt modelId="{45661116-E63B-4383-BA11-80CAAF8FBF7E}" type="pres">
      <dgm:prSet presAssocID="{B61026FA-005D-4F83-91B7-4A67E527D09C}" presName="extraNode" presStyleLbl="node1" presStyleIdx="0" presStyleCnt="5"/>
      <dgm:spPr/>
    </dgm:pt>
    <dgm:pt modelId="{4AF4D685-69D0-43E3-9F8A-CC8E8769CF62}" type="pres">
      <dgm:prSet presAssocID="{B61026FA-005D-4F83-91B7-4A67E527D09C}" presName="dstNode" presStyleLbl="node1" presStyleIdx="0" presStyleCnt="5"/>
      <dgm:spPr/>
    </dgm:pt>
    <dgm:pt modelId="{2EDA5132-F085-4E3B-BEF6-ED2C397CDBF7}" type="pres">
      <dgm:prSet presAssocID="{C7035807-436B-4098-B283-CFDB1C2C895B}" presName="text_1" presStyleLbl="node1" presStyleIdx="0" presStyleCnt="5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4A080864-EA3F-460E-A43D-87F682A0B74D}" type="pres">
      <dgm:prSet presAssocID="{C7035807-436B-4098-B283-CFDB1C2C895B}" presName="accent_1" presStyleCnt="0"/>
      <dgm:spPr/>
    </dgm:pt>
    <dgm:pt modelId="{ED3C09F1-2D6D-4190-9E6D-EDDB3272A725}" type="pres">
      <dgm:prSet presAssocID="{C7035807-436B-4098-B283-CFDB1C2C895B}" presName="accentRepeatNode" presStyleLbl="solidFgAcc1" presStyleIdx="0" presStyleCnt="5"/>
      <dgm:spPr>
        <a:ln w="38100">
          <a:solidFill>
            <a:schemeClr val="accent1"/>
          </a:solidFill>
        </a:ln>
      </dgm:spPr>
    </dgm:pt>
    <dgm:pt modelId="{890952B4-38AA-41FF-A5D3-8211D557B0E1}" type="pres">
      <dgm:prSet presAssocID="{493133E4-0A75-4988-B893-C64C3896137C}" presName="text_2" presStyleLbl="node1" presStyleIdx="1" presStyleCnt="5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E83AB650-1351-42AD-B40B-62B6DEA53B72}" type="pres">
      <dgm:prSet presAssocID="{493133E4-0A75-4988-B893-C64C3896137C}" presName="accent_2" presStyleCnt="0"/>
      <dgm:spPr/>
    </dgm:pt>
    <dgm:pt modelId="{BCF104F0-8207-4D4B-8D30-9B5FF072325D}" type="pres">
      <dgm:prSet presAssocID="{493133E4-0A75-4988-B893-C64C3896137C}" presName="accentRepeatNode" presStyleLbl="solidFgAcc1" presStyleIdx="1" presStyleCnt="5"/>
      <dgm:spPr>
        <a:ln w="38100">
          <a:solidFill>
            <a:schemeClr val="accent2"/>
          </a:solidFill>
        </a:ln>
      </dgm:spPr>
    </dgm:pt>
    <dgm:pt modelId="{1D64D228-CAB5-4574-A504-DE95AB25EA27}" type="pres">
      <dgm:prSet presAssocID="{05AAF50B-5C87-4E19-B1B3-38E188CC8D32}" presName="text_3" presStyleLbl="node1" presStyleIdx="2" presStyleCnt="5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BF4E84FF-9029-4B61-A15A-25C1445C740A}" type="pres">
      <dgm:prSet presAssocID="{05AAF50B-5C87-4E19-B1B3-38E188CC8D32}" presName="accent_3" presStyleCnt="0"/>
      <dgm:spPr/>
    </dgm:pt>
    <dgm:pt modelId="{D318C2A8-EF24-405C-81FA-6A044674B627}" type="pres">
      <dgm:prSet presAssocID="{05AAF50B-5C87-4E19-B1B3-38E188CC8D32}" presName="accentRepeatNode" presStyleLbl="solidFgAcc1" presStyleIdx="2" presStyleCnt="5"/>
      <dgm:spPr>
        <a:ln w="38100">
          <a:solidFill>
            <a:schemeClr val="accent3"/>
          </a:solidFill>
        </a:ln>
      </dgm:spPr>
    </dgm:pt>
    <dgm:pt modelId="{9D6787BB-1453-4DA2-861D-55C8D5BC14DD}" type="pres">
      <dgm:prSet presAssocID="{C8D3EB2C-1B33-49F1-A09D-9D8BC98DCFFC}" presName="text_4" presStyleLbl="node1" presStyleIdx="3" presStyleCnt="5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6445DC0A-CE26-4AB2-8731-BC6E51433055}" type="pres">
      <dgm:prSet presAssocID="{C8D3EB2C-1B33-49F1-A09D-9D8BC98DCFFC}" presName="accent_4" presStyleCnt="0"/>
      <dgm:spPr/>
    </dgm:pt>
    <dgm:pt modelId="{E5C31066-E276-44EE-AA8A-6739FF02CE8E}" type="pres">
      <dgm:prSet presAssocID="{C8D3EB2C-1B33-49F1-A09D-9D8BC98DCFFC}" presName="accentRepeatNode" presStyleLbl="solidFgAcc1" presStyleIdx="3" presStyleCnt="5"/>
      <dgm:spPr>
        <a:ln w="38100">
          <a:solidFill>
            <a:schemeClr val="accent4"/>
          </a:solidFill>
        </a:ln>
      </dgm:spPr>
    </dgm:pt>
    <dgm:pt modelId="{3A56A0E3-B579-4A51-9047-4696CD9A7063}" type="pres">
      <dgm:prSet presAssocID="{A96F4048-1F86-40B8-8EB8-B0D3CCB904AC}" presName="text_5" presStyleLbl="node1" presStyleIdx="4" presStyleCnt="5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5DF17D16-4460-4468-895F-5280190648E0}" type="pres">
      <dgm:prSet presAssocID="{A96F4048-1F86-40B8-8EB8-B0D3CCB904AC}" presName="accent_5" presStyleCnt="0"/>
      <dgm:spPr/>
    </dgm:pt>
    <dgm:pt modelId="{C565211A-F819-4789-B901-16E10409A102}" type="pres">
      <dgm:prSet presAssocID="{A96F4048-1F86-40B8-8EB8-B0D3CCB904AC}" presName="accentRepeatNode" presStyleLbl="solidFgAcc1" presStyleIdx="4" presStyleCnt="5"/>
      <dgm:spPr>
        <a:ln w="38100">
          <a:solidFill>
            <a:schemeClr val="accent6"/>
          </a:solidFill>
        </a:ln>
      </dgm:spPr>
    </dgm:pt>
  </dgm:ptLst>
  <dgm:cxnLst>
    <dgm:cxn modelId="{3E03B9A8-F987-4470-90E1-5F8C5331670F}" type="presOf" srcId="{A96F4048-1F86-40B8-8EB8-B0D3CCB904AC}" destId="{3A56A0E3-B579-4A51-9047-4696CD9A7063}" srcOrd="0" destOrd="0" presId="urn:microsoft.com/office/officeart/2008/layout/VerticalCurvedList"/>
    <dgm:cxn modelId="{D94F1B91-400E-4653-B763-8769CF1DA7BF}" type="presOf" srcId="{C8D3EB2C-1B33-49F1-A09D-9D8BC98DCFFC}" destId="{9D6787BB-1453-4DA2-861D-55C8D5BC14DD}" srcOrd="0" destOrd="0" presId="urn:microsoft.com/office/officeart/2008/layout/VerticalCurvedList"/>
    <dgm:cxn modelId="{0B08309D-E474-495D-BDDB-632CA3B8E2A5}" type="presOf" srcId="{05AAF50B-5C87-4E19-B1B3-38E188CC8D32}" destId="{1D64D228-CAB5-4574-A504-DE95AB25EA27}" srcOrd="0" destOrd="0" presId="urn:microsoft.com/office/officeart/2008/layout/VerticalCurvedList"/>
    <dgm:cxn modelId="{BBC9D532-9666-4D18-8598-ADC8785C9EE5}" srcId="{B61026FA-005D-4F83-91B7-4A67E527D09C}" destId="{493133E4-0A75-4988-B893-C64C3896137C}" srcOrd="1" destOrd="0" parTransId="{786492F5-D397-4BFF-8CD6-C70719EE8EC7}" sibTransId="{5407D118-DF82-41F2-B25C-B08B875AD3C1}"/>
    <dgm:cxn modelId="{67E99B2B-1CF3-4A4F-91B0-587F2CE006D8}" type="presOf" srcId="{B61026FA-005D-4F83-91B7-4A67E527D09C}" destId="{1A27FCBB-E541-4E0E-B1EF-0DC3B82F7D6B}" srcOrd="0" destOrd="0" presId="urn:microsoft.com/office/officeart/2008/layout/VerticalCurvedList"/>
    <dgm:cxn modelId="{EE9B1865-1468-41CE-9B5A-69A5D2D9CDD8}" srcId="{B61026FA-005D-4F83-91B7-4A67E527D09C}" destId="{05AAF50B-5C87-4E19-B1B3-38E188CC8D32}" srcOrd="2" destOrd="0" parTransId="{7FF2B4BD-297A-43EE-8D5C-D466EF2F37C8}" sibTransId="{16810300-1F98-4C00-98C7-7F4C93CDEE9E}"/>
    <dgm:cxn modelId="{4204EE67-B4FE-4ADD-9DA0-B94EB93B8F3A}" type="presOf" srcId="{493133E4-0A75-4988-B893-C64C3896137C}" destId="{890952B4-38AA-41FF-A5D3-8211D557B0E1}" srcOrd="0" destOrd="0" presId="urn:microsoft.com/office/officeart/2008/layout/VerticalCurvedList"/>
    <dgm:cxn modelId="{A1BB282D-065D-4D2A-8FD0-67D0BC9F01EC}" type="presOf" srcId="{9FD588D3-FE2F-4AEF-ABC5-9048826E4994}" destId="{75CD2D43-FF46-486F-8F92-07E6EFDCB430}" srcOrd="0" destOrd="0" presId="urn:microsoft.com/office/officeart/2008/layout/VerticalCurvedList"/>
    <dgm:cxn modelId="{B47B0785-9A31-43E1-8FCE-1F4C5516825F}" type="presOf" srcId="{C7035807-436B-4098-B283-CFDB1C2C895B}" destId="{2EDA5132-F085-4E3B-BEF6-ED2C397CDBF7}" srcOrd="0" destOrd="0" presId="urn:microsoft.com/office/officeart/2008/layout/VerticalCurvedList"/>
    <dgm:cxn modelId="{568EF7AE-5E7A-4A4B-8C1E-7742DE39B02B}" srcId="{B61026FA-005D-4F83-91B7-4A67E527D09C}" destId="{C7035807-436B-4098-B283-CFDB1C2C895B}" srcOrd="0" destOrd="0" parTransId="{CF38784C-E47C-4381-88BA-3A6C34619753}" sibTransId="{9FD588D3-FE2F-4AEF-ABC5-9048826E4994}"/>
    <dgm:cxn modelId="{1A156D4A-22BD-4D92-84FE-40225A3AEAE5}" srcId="{B61026FA-005D-4F83-91B7-4A67E527D09C}" destId="{C8D3EB2C-1B33-49F1-A09D-9D8BC98DCFFC}" srcOrd="3" destOrd="0" parTransId="{E4244590-7546-41EF-B8E3-CE696B7074AA}" sibTransId="{858B79B7-C7F1-4032-BEBB-EED6A59C485A}"/>
    <dgm:cxn modelId="{836D2420-AD9D-45DF-9FEC-CF5DD690EEA6}" srcId="{B61026FA-005D-4F83-91B7-4A67E527D09C}" destId="{A96F4048-1F86-40B8-8EB8-B0D3CCB904AC}" srcOrd="4" destOrd="0" parTransId="{FB4DE79F-C8CE-4AD5-908F-46F2DD11FEAF}" sibTransId="{8A04FE2A-8093-4AA8-9662-819B2383A01F}"/>
    <dgm:cxn modelId="{1B94FB79-D854-48CD-8826-47250F4BC7DB}" type="presParOf" srcId="{1A27FCBB-E541-4E0E-B1EF-0DC3B82F7D6B}" destId="{1FECFB32-E6B3-4745-B74B-03EBCFD88A4F}" srcOrd="0" destOrd="0" presId="urn:microsoft.com/office/officeart/2008/layout/VerticalCurvedList"/>
    <dgm:cxn modelId="{C45D72CA-EDF5-41D8-B701-958C3BD4B3C3}" type="presParOf" srcId="{1FECFB32-E6B3-4745-B74B-03EBCFD88A4F}" destId="{E80E83BC-FA7D-41C4-ADB9-CFD4B5BC7C27}" srcOrd="0" destOrd="0" presId="urn:microsoft.com/office/officeart/2008/layout/VerticalCurvedList"/>
    <dgm:cxn modelId="{1A82369C-EC0C-4757-A1DE-A78A2B7E579E}" type="presParOf" srcId="{E80E83BC-FA7D-41C4-ADB9-CFD4B5BC7C27}" destId="{60030C70-F1E5-4987-AFAD-C98CFD15F308}" srcOrd="0" destOrd="0" presId="urn:microsoft.com/office/officeart/2008/layout/VerticalCurvedList"/>
    <dgm:cxn modelId="{438375E7-5FE7-4D23-B68F-CA475ADE7136}" type="presParOf" srcId="{E80E83BC-FA7D-41C4-ADB9-CFD4B5BC7C27}" destId="{75CD2D43-FF46-486F-8F92-07E6EFDCB430}" srcOrd="1" destOrd="0" presId="urn:microsoft.com/office/officeart/2008/layout/VerticalCurvedList"/>
    <dgm:cxn modelId="{EEBC65BA-07EF-47E9-8C0A-62634745EC83}" type="presParOf" srcId="{E80E83BC-FA7D-41C4-ADB9-CFD4B5BC7C27}" destId="{45661116-E63B-4383-BA11-80CAAF8FBF7E}" srcOrd="2" destOrd="0" presId="urn:microsoft.com/office/officeart/2008/layout/VerticalCurvedList"/>
    <dgm:cxn modelId="{ABF911AB-8F47-46DD-8BB5-163CCC3DD036}" type="presParOf" srcId="{E80E83BC-FA7D-41C4-ADB9-CFD4B5BC7C27}" destId="{4AF4D685-69D0-43E3-9F8A-CC8E8769CF62}" srcOrd="3" destOrd="0" presId="urn:microsoft.com/office/officeart/2008/layout/VerticalCurvedList"/>
    <dgm:cxn modelId="{3A09CD87-81B8-4EEF-B251-1A3C0A8542F2}" type="presParOf" srcId="{1FECFB32-E6B3-4745-B74B-03EBCFD88A4F}" destId="{2EDA5132-F085-4E3B-BEF6-ED2C397CDBF7}" srcOrd="1" destOrd="0" presId="urn:microsoft.com/office/officeart/2008/layout/VerticalCurvedList"/>
    <dgm:cxn modelId="{B0BE7D6F-06E6-48F2-B314-E5594B460AEC}" type="presParOf" srcId="{1FECFB32-E6B3-4745-B74B-03EBCFD88A4F}" destId="{4A080864-EA3F-460E-A43D-87F682A0B74D}" srcOrd="2" destOrd="0" presId="urn:microsoft.com/office/officeart/2008/layout/VerticalCurvedList"/>
    <dgm:cxn modelId="{406C46A9-66C5-4002-BD62-65B98D73F8FB}" type="presParOf" srcId="{4A080864-EA3F-460E-A43D-87F682A0B74D}" destId="{ED3C09F1-2D6D-4190-9E6D-EDDB3272A725}" srcOrd="0" destOrd="0" presId="urn:microsoft.com/office/officeart/2008/layout/VerticalCurvedList"/>
    <dgm:cxn modelId="{E18E6281-B209-4FE1-8D5A-4649DA786DDE}" type="presParOf" srcId="{1FECFB32-E6B3-4745-B74B-03EBCFD88A4F}" destId="{890952B4-38AA-41FF-A5D3-8211D557B0E1}" srcOrd="3" destOrd="0" presId="urn:microsoft.com/office/officeart/2008/layout/VerticalCurvedList"/>
    <dgm:cxn modelId="{EEAAD184-0CA6-423E-ABBA-D7101B543A31}" type="presParOf" srcId="{1FECFB32-E6B3-4745-B74B-03EBCFD88A4F}" destId="{E83AB650-1351-42AD-B40B-62B6DEA53B72}" srcOrd="4" destOrd="0" presId="urn:microsoft.com/office/officeart/2008/layout/VerticalCurvedList"/>
    <dgm:cxn modelId="{B9768BA0-3E65-437A-968D-A7F13D3566C2}" type="presParOf" srcId="{E83AB650-1351-42AD-B40B-62B6DEA53B72}" destId="{BCF104F0-8207-4D4B-8D30-9B5FF072325D}" srcOrd="0" destOrd="0" presId="urn:microsoft.com/office/officeart/2008/layout/VerticalCurvedList"/>
    <dgm:cxn modelId="{0295FEEB-5E29-4B47-83B6-F9FA34FD4E79}" type="presParOf" srcId="{1FECFB32-E6B3-4745-B74B-03EBCFD88A4F}" destId="{1D64D228-CAB5-4574-A504-DE95AB25EA27}" srcOrd="5" destOrd="0" presId="urn:microsoft.com/office/officeart/2008/layout/VerticalCurvedList"/>
    <dgm:cxn modelId="{434A0C67-8185-4093-9244-DB9128483ED5}" type="presParOf" srcId="{1FECFB32-E6B3-4745-B74B-03EBCFD88A4F}" destId="{BF4E84FF-9029-4B61-A15A-25C1445C740A}" srcOrd="6" destOrd="0" presId="urn:microsoft.com/office/officeart/2008/layout/VerticalCurvedList"/>
    <dgm:cxn modelId="{F82871A7-B6DB-41B6-B79A-952F041B0E57}" type="presParOf" srcId="{BF4E84FF-9029-4B61-A15A-25C1445C740A}" destId="{D318C2A8-EF24-405C-81FA-6A044674B627}" srcOrd="0" destOrd="0" presId="urn:microsoft.com/office/officeart/2008/layout/VerticalCurvedList"/>
    <dgm:cxn modelId="{611BDAB7-85E9-4C61-AD0F-17D344C0AF34}" type="presParOf" srcId="{1FECFB32-E6B3-4745-B74B-03EBCFD88A4F}" destId="{9D6787BB-1453-4DA2-861D-55C8D5BC14DD}" srcOrd="7" destOrd="0" presId="urn:microsoft.com/office/officeart/2008/layout/VerticalCurvedList"/>
    <dgm:cxn modelId="{2C402B47-FA33-47DA-8589-B4F9F8F28282}" type="presParOf" srcId="{1FECFB32-E6B3-4745-B74B-03EBCFD88A4F}" destId="{6445DC0A-CE26-4AB2-8731-BC6E51433055}" srcOrd="8" destOrd="0" presId="urn:microsoft.com/office/officeart/2008/layout/VerticalCurvedList"/>
    <dgm:cxn modelId="{11194ED7-543F-481A-9FFF-1372B60E9434}" type="presParOf" srcId="{6445DC0A-CE26-4AB2-8731-BC6E51433055}" destId="{E5C31066-E276-44EE-AA8A-6739FF02CE8E}" srcOrd="0" destOrd="0" presId="urn:microsoft.com/office/officeart/2008/layout/VerticalCurvedList"/>
    <dgm:cxn modelId="{FFFC9E93-756C-440B-A87F-E0267FB5CC70}" type="presParOf" srcId="{1FECFB32-E6B3-4745-B74B-03EBCFD88A4F}" destId="{3A56A0E3-B579-4A51-9047-4696CD9A7063}" srcOrd="9" destOrd="0" presId="urn:microsoft.com/office/officeart/2008/layout/VerticalCurvedList"/>
    <dgm:cxn modelId="{D8FD02FD-E787-4A16-ABE5-9B310C0F02A0}" type="presParOf" srcId="{1FECFB32-E6B3-4745-B74B-03EBCFD88A4F}" destId="{5DF17D16-4460-4468-895F-5280190648E0}" srcOrd="10" destOrd="0" presId="urn:microsoft.com/office/officeart/2008/layout/VerticalCurvedList"/>
    <dgm:cxn modelId="{BD377F6C-5669-4503-8325-1476213CFCB6}" type="presParOf" srcId="{5DF17D16-4460-4468-895F-5280190648E0}" destId="{C565211A-F819-4789-B901-16E10409A10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CD2D43-FF46-486F-8F92-07E6EFDCB430}">
      <dsp:nvSpPr>
        <dsp:cNvPr id="0" name=""/>
        <dsp:cNvSpPr/>
      </dsp:nvSpPr>
      <dsp:spPr>
        <a:xfrm>
          <a:off x="-6125384" y="-937168"/>
          <a:ext cx="7291592" cy="7291592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solidFill>
          <a:schemeClr val="tx1">
            <a:lumMod val="50000"/>
            <a:lumOff val="5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DA5132-F085-4E3B-BEF6-ED2C397CDBF7}">
      <dsp:nvSpPr>
        <dsp:cNvPr id="0" name=""/>
        <dsp:cNvSpPr/>
      </dsp:nvSpPr>
      <dsp:spPr>
        <a:xfrm>
          <a:off x="509587" y="338470"/>
          <a:ext cx="5421629" cy="6773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bg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Collection &amp; Preprocessing</a:t>
          </a:r>
          <a:endParaRPr lang="en-US" sz="16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2654" y="371537"/>
        <a:ext cx="5355495" cy="611239"/>
      </dsp:txXfrm>
    </dsp:sp>
    <dsp:sp modelId="{ED3C09F1-2D6D-4190-9E6D-EDDB3272A725}">
      <dsp:nvSpPr>
        <dsp:cNvPr id="0" name=""/>
        <dsp:cNvSpPr/>
      </dsp:nvSpPr>
      <dsp:spPr>
        <a:xfrm>
          <a:off x="86228" y="253798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0952B4-38AA-41FF-A5D3-8211D557B0E1}">
      <dsp:nvSpPr>
        <dsp:cNvPr id="0" name=""/>
        <dsp:cNvSpPr/>
      </dsp:nvSpPr>
      <dsp:spPr>
        <a:xfrm>
          <a:off x="994973" y="1354205"/>
          <a:ext cx="4936243" cy="677373"/>
        </a:xfrm>
        <a:prstGeom prst="roundRect">
          <a:avLst/>
        </a:prstGeom>
        <a:solidFill>
          <a:schemeClr val="accent2"/>
        </a:solidFill>
        <a:ln w="38100" cap="flat" cmpd="sng" algn="ctr">
          <a:solidFill>
            <a:schemeClr val="bg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Model Training &amp; Optimization</a:t>
          </a:r>
          <a:endParaRPr lang="en-US" sz="16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28040" y="1387272"/>
        <a:ext cx="4870109" cy="611239"/>
      </dsp:txXfrm>
    </dsp:sp>
    <dsp:sp modelId="{BCF104F0-8207-4D4B-8D30-9B5FF072325D}">
      <dsp:nvSpPr>
        <dsp:cNvPr id="0" name=""/>
        <dsp:cNvSpPr/>
      </dsp:nvSpPr>
      <dsp:spPr>
        <a:xfrm>
          <a:off x="571614" y="1269533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64D228-CAB5-4574-A504-DE95AB25EA27}">
      <dsp:nvSpPr>
        <dsp:cNvPr id="0" name=""/>
        <dsp:cNvSpPr/>
      </dsp:nvSpPr>
      <dsp:spPr>
        <a:xfrm>
          <a:off x="1143947" y="2369941"/>
          <a:ext cx="4787269" cy="677373"/>
        </a:xfrm>
        <a:prstGeom prst="roundRect">
          <a:avLst/>
        </a:prstGeom>
        <a:solidFill>
          <a:schemeClr val="accent3"/>
        </a:solidFill>
        <a:ln w="38100" cap="flat" cmpd="sng" algn="ctr">
          <a:solidFill>
            <a:schemeClr val="bg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Inference &amp; API</a:t>
          </a:r>
          <a:endParaRPr lang="en-US" sz="16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77014" y="2403008"/>
        <a:ext cx="4721135" cy="611239"/>
      </dsp:txXfrm>
    </dsp:sp>
    <dsp:sp modelId="{D318C2A8-EF24-405C-81FA-6A044674B627}">
      <dsp:nvSpPr>
        <dsp:cNvPr id="0" name=""/>
        <dsp:cNvSpPr/>
      </dsp:nvSpPr>
      <dsp:spPr>
        <a:xfrm>
          <a:off x="720589" y="2285269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6787BB-1453-4DA2-861D-55C8D5BC14DD}">
      <dsp:nvSpPr>
        <dsp:cNvPr id="0" name=""/>
        <dsp:cNvSpPr/>
      </dsp:nvSpPr>
      <dsp:spPr>
        <a:xfrm>
          <a:off x="994973" y="3385676"/>
          <a:ext cx="4936243" cy="677373"/>
        </a:xfrm>
        <a:prstGeom prst="roundRect">
          <a:avLst/>
        </a:prstGeom>
        <a:solidFill>
          <a:schemeClr val="accent4"/>
        </a:solidFill>
        <a:ln w="38100" cap="flat" cmpd="sng" algn="ctr">
          <a:solidFill>
            <a:schemeClr val="bg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User Interface (</a:t>
          </a:r>
          <a:r>
            <a:rPr lang="en-US" sz="1600" kern="1200" dirty="0" err="1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Gradio</a:t>
          </a:r>
          <a:r>
            <a:rPr lang="en-US" sz="1600" kern="1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n-US" sz="16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28040" y="3418743"/>
        <a:ext cx="4870109" cy="611239"/>
      </dsp:txXfrm>
    </dsp:sp>
    <dsp:sp modelId="{E5C31066-E276-44EE-AA8A-6739FF02CE8E}">
      <dsp:nvSpPr>
        <dsp:cNvPr id="0" name=""/>
        <dsp:cNvSpPr/>
      </dsp:nvSpPr>
      <dsp:spPr>
        <a:xfrm>
          <a:off x="571614" y="3301004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6A0E3-B579-4A51-9047-4696CD9A7063}">
      <dsp:nvSpPr>
        <dsp:cNvPr id="0" name=""/>
        <dsp:cNvSpPr/>
      </dsp:nvSpPr>
      <dsp:spPr>
        <a:xfrm>
          <a:off x="509587" y="4401412"/>
          <a:ext cx="5421629" cy="677373"/>
        </a:xfrm>
        <a:prstGeom prst="roundRect">
          <a:avLst/>
        </a:prstGeom>
        <a:solidFill>
          <a:schemeClr val="accent6"/>
        </a:solidFill>
        <a:ln w="38100" cap="flat" cmpd="sng" algn="ctr">
          <a:solidFill>
            <a:schemeClr val="bg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Database (MySQL, MongoDB)</a:t>
          </a:r>
          <a:endParaRPr lang="en-US" sz="16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2654" y="4434479"/>
        <a:ext cx="5355495" cy="611239"/>
      </dsp:txXfrm>
    </dsp:sp>
    <dsp:sp modelId="{C565211A-F819-4789-B901-16E10409A102}">
      <dsp:nvSpPr>
        <dsp:cNvPr id="0" name=""/>
        <dsp:cNvSpPr/>
      </dsp:nvSpPr>
      <dsp:spPr>
        <a:xfrm>
          <a:off x="86228" y="4316740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0284C-9021-4EF4-BD34-031C8823526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0284C-9021-4EF4-BD34-031C88235261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4A62F-41E9-4CD5-BC43-A8D3382AB7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7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6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96340"/>
          </a:xfrm>
          <a:prstGeom prst="rect">
            <a:avLst/>
          </a:prstGeom>
        </p:spPr>
      </p:pic>
      <p:sp>
        <p:nvSpPr>
          <p:cNvPr id="5" name="TextBox 6"/>
          <p:cNvSpPr txBox="1"/>
          <p:nvPr/>
        </p:nvSpPr>
        <p:spPr>
          <a:xfrm>
            <a:off x="320818" y="2833712"/>
            <a:ext cx="8531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Inappropriate Comments Scanner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12"/>
          <p:cNvSpPr txBox="1"/>
          <p:nvPr/>
        </p:nvSpPr>
        <p:spPr>
          <a:xfrm>
            <a:off x="1447164" y="4746625"/>
            <a:ext cx="42062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CSE-Data Science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Adithya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(217Z1A6702)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Ch.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Harini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Reddy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(217Z1A6713)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N.Hema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Narendra Reddy        (217Z1A6743)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10"/>
          <p:cNvSpPr txBox="1"/>
          <p:nvPr/>
        </p:nvSpPr>
        <p:spPr>
          <a:xfrm>
            <a:off x="8680323" y="5177512"/>
            <a:ext cx="2366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Mr. S. Ravi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Teja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Writing Inappropriate Icon: Over 11 Royalty-Free Licensable Stock  Illustrations &amp; Drawings |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0" t="12365" r="12954" b="8977"/>
          <a:stretch/>
        </p:blipFill>
        <p:spPr bwMode="auto">
          <a:xfrm>
            <a:off x="8205855" y="2039327"/>
            <a:ext cx="2840478" cy="234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3CE3D8-E18E-CB45-648B-9AC266F6873E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2459736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Profile for Nalla Narasimha Reddy Education Society's Group ...">
            <a:extLst>
              <a:ext uri="{FF2B5EF4-FFF2-40B4-BE49-F238E27FC236}">
                <a16:creationId xmlns="" xmlns:a16="http://schemas.microsoft.com/office/drawing/2014/main" id="{C41EA0CA-8F20-E2E5-E440-B54953292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6742213-BDEE-A471-1034-24E8EE756622}"/>
              </a:ext>
            </a:extLst>
          </p:cNvPr>
          <p:cNvSpPr txBox="1"/>
          <p:nvPr/>
        </p:nvSpPr>
        <p:spPr>
          <a:xfrm>
            <a:off x="631991" y="1513073"/>
            <a:ext cx="6094476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Abstract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System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Flowchart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5380" y="1440321"/>
            <a:ext cx="3875820" cy="3875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5A23AA-F312-F730-A2C2-4315E709CA34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2459736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Profile for Nalla Narasimha Reddy Education Society's Group ...">
            <a:extLst>
              <a:ext uri="{FF2B5EF4-FFF2-40B4-BE49-F238E27FC236}">
                <a16:creationId xmlns="" xmlns:a16="http://schemas.microsoft.com/office/drawing/2014/main" id="{7EF44E4E-9889-AEE4-77B4-69C34587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19AC5D15-08B0-82D3-0DF1-16D292F9BD2F}"/>
              </a:ext>
            </a:extLst>
          </p:cNvPr>
          <p:cNvSpPr txBox="1"/>
          <p:nvPr/>
        </p:nvSpPr>
        <p:spPr>
          <a:xfrm>
            <a:off x="1287351" y="1567107"/>
            <a:ext cx="62796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methods for filtering inappropriate comments rely on static keyword-based approaches, leading to inefficiencies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AI-powered classification using Bidirectional LSTM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TextVectorization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accuracy and real-time adaptability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detection, scalability, real-time moderation, and context-aware filtering.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67107"/>
            <a:ext cx="767984" cy="767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49725"/>
            <a:ext cx="605081" cy="605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897175"/>
            <a:ext cx="640250" cy="64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20F141-3858-6923-0171-04F2911DFFE0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Profile for Nalla Narasimha Reddy Education Society's Group ...">
            <a:extLst>
              <a:ext uri="{FF2B5EF4-FFF2-40B4-BE49-F238E27FC236}">
                <a16:creationId xmlns="" xmlns:a16="http://schemas.microsoft.com/office/drawing/2014/main" id="{FF56AB28-917B-BEB6-6934-37696963F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871419" y="1389529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Moderation: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human effort, time-consuming, and inconsistent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Filtering: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Ineffective against context-based toxicity and leads to false positives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Lacks adaptability, poor handling of evolving slang and nuanced language.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80" y="1486242"/>
            <a:ext cx="763343" cy="763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66" y="2835764"/>
            <a:ext cx="736966" cy="736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58" y="4162609"/>
            <a:ext cx="728174" cy="728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file for Nalla Narasimha Reddy Education Society's Group ...">
            <a:extLst>
              <a:ext uri="{FF2B5EF4-FFF2-40B4-BE49-F238E27FC236}">
                <a16:creationId xmlns="" xmlns:a16="http://schemas.microsoft.com/office/drawing/2014/main" id="{906353C4-0A97-4DAF-B90C-0D356BDEB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EA294053-C555-40C6-7340-2DFA9DF12FCC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63969" y="1389529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Classification: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LSTM with optimized data pipelines for efficient comment classification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Deployable on cloud platforms for scalable performance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Robust training with labeled datasets ensures precise classification.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35" y="4216155"/>
            <a:ext cx="729762" cy="72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19" y="2709758"/>
            <a:ext cx="775861" cy="775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18" y="1389529"/>
            <a:ext cx="729762" cy="72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95E0A3-0162-5C7A-2350-96AA5F4718D4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Profile for Nalla Narasimha Reddy Education Society's Group ...">
            <a:extLst>
              <a:ext uri="{FF2B5EF4-FFF2-40B4-BE49-F238E27FC236}">
                <a16:creationId xmlns="" xmlns:a16="http://schemas.microsoft.com/office/drawing/2014/main" id="{45CECF8F-4214-2707-A151-A87D142DB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7200" y="1389529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LSTM: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context from both previous and upcoming words, improving classification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TextVectorization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text into numerical data for efficient processing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Tokenization,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removal, and normalization enhance accuracy.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8847" y="3949479"/>
            <a:ext cx="2542442" cy="1694961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1" r="12579"/>
          <a:stretch/>
        </p:blipFill>
        <p:spPr bwMode="auto">
          <a:xfrm>
            <a:off x="7529749" y="1279829"/>
            <a:ext cx="2910254" cy="2198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702" y="4054987"/>
            <a:ext cx="2913185" cy="19421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file for Nalla Narasimha Reddy Education Society's Group ...">
            <a:extLst>
              <a:ext uri="{FF2B5EF4-FFF2-40B4-BE49-F238E27FC236}">
                <a16:creationId xmlns="" xmlns:a16="http://schemas.microsoft.com/office/drawing/2014/main" id="{7FE2E049-B10C-0B17-3C02-E9C6C8743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="" xmlns:a16="http://schemas.microsoft.com/office/drawing/2014/main" id="{5FD087DA-18AE-42B7-5C8A-0A29D51B3613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Output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128" y="1213682"/>
            <a:ext cx="3308595" cy="4889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rofile for Nalla Narasimha Reddy Education Society's Group ...">
            <a:extLst>
              <a:ext uri="{FF2B5EF4-FFF2-40B4-BE49-F238E27FC236}">
                <a16:creationId xmlns="" xmlns:a16="http://schemas.microsoft.com/office/drawing/2014/main" id="{BA8C05F1-9C5A-081C-8951-8CD9EBE98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ADDEF228-7027-482B-D06E-694D49BAA9FD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047569" y="3878000"/>
            <a:ext cx="1349480" cy="1933744"/>
            <a:chOff x="2699666" y="3425371"/>
            <a:chExt cx="1132114" cy="2191658"/>
          </a:xfrm>
        </p:grpSpPr>
        <p:sp>
          <p:nvSpPr>
            <p:cNvPr id="17" name="Right Triangle 16"/>
            <p:cNvSpPr/>
            <p:nvPr/>
          </p:nvSpPr>
          <p:spPr>
            <a:xfrm>
              <a:off x="3265723" y="3425371"/>
              <a:ext cx="566057" cy="2191658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18" name="Right Triangle 17"/>
            <p:cNvSpPr/>
            <p:nvPr/>
          </p:nvSpPr>
          <p:spPr>
            <a:xfrm flipH="1">
              <a:off x="2699666" y="3425371"/>
              <a:ext cx="566057" cy="2191658"/>
            </a:xfrm>
            <a:prstGeom prst="rtTriangle">
              <a:avLst/>
            </a:prstGeom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397051" y="2776664"/>
            <a:ext cx="1349481" cy="3035081"/>
            <a:chOff x="3831780" y="2177143"/>
            <a:chExt cx="1132115" cy="3439886"/>
          </a:xfrm>
        </p:grpSpPr>
        <p:sp>
          <p:nvSpPr>
            <p:cNvPr id="20" name="Right Triangle 19"/>
            <p:cNvSpPr/>
            <p:nvPr/>
          </p:nvSpPr>
          <p:spPr>
            <a:xfrm>
              <a:off x="4397838" y="2177143"/>
              <a:ext cx="566057" cy="3439886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21" name="Right Triangle 20"/>
            <p:cNvSpPr/>
            <p:nvPr/>
          </p:nvSpPr>
          <p:spPr>
            <a:xfrm flipH="1">
              <a:off x="3831780" y="2177143"/>
              <a:ext cx="566057" cy="3439886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746528" y="4223771"/>
            <a:ext cx="1349482" cy="1587975"/>
            <a:chOff x="4963893" y="3817257"/>
            <a:chExt cx="1132116" cy="1799772"/>
          </a:xfrm>
        </p:grpSpPr>
        <p:sp>
          <p:nvSpPr>
            <p:cNvPr id="23" name="Right Triangle 22"/>
            <p:cNvSpPr/>
            <p:nvPr/>
          </p:nvSpPr>
          <p:spPr>
            <a:xfrm>
              <a:off x="5529952" y="3817257"/>
              <a:ext cx="566057" cy="1799772"/>
            </a:xfrm>
            <a:prstGeom prst="rt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24" name="Right Triangle 23"/>
            <p:cNvSpPr/>
            <p:nvPr/>
          </p:nvSpPr>
          <p:spPr>
            <a:xfrm flipH="1">
              <a:off x="4963893" y="3817257"/>
              <a:ext cx="566057" cy="1799772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096006" y="3378556"/>
            <a:ext cx="1349483" cy="2433188"/>
            <a:chOff x="6096004" y="2859314"/>
            <a:chExt cx="1132117" cy="2757715"/>
          </a:xfrm>
        </p:grpSpPr>
        <p:sp>
          <p:nvSpPr>
            <p:cNvPr id="26" name="Right Triangle 25"/>
            <p:cNvSpPr/>
            <p:nvPr/>
          </p:nvSpPr>
          <p:spPr>
            <a:xfrm>
              <a:off x="6662064" y="2859314"/>
              <a:ext cx="566057" cy="2757715"/>
            </a:xfrm>
            <a:prstGeom prst="rt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27" name="Right Triangle 26"/>
            <p:cNvSpPr/>
            <p:nvPr/>
          </p:nvSpPr>
          <p:spPr>
            <a:xfrm flipH="1">
              <a:off x="6096004" y="2859314"/>
              <a:ext cx="566057" cy="2757715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445478" y="3993259"/>
            <a:ext cx="1349484" cy="1818487"/>
            <a:chOff x="7228112" y="3556000"/>
            <a:chExt cx="1132118" cy="2061029"/>
          </a:xfrm>
        </p:grpSpPr>
        <p:sp>
          <p:nvSpPr>
            <p:cNvPr id="29" name="Right Triangle 28"/>
            <p:cNvSpPr/>
            <p:nvPr/>
          </p:nvSpPr>
          <p:spPr>
            <a:xfrm>
              <a:off x="7794173" y="3556000"/>
              <a:ext cx="566057" cy="2061029"/>
            </a:xfrm>
            <a:prstGeom prst="rt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30" name="Right Triangle 29"/>
            <p:cNvSpPr/>
            <p:nvPr/>
          </p:nvSpPr>
          <p:spPr>
            <a:xfrm flipH="1">
              <a:off x="7228112" y="3556000"/>
              <a:ext cx="566057" cy="2061029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8794945" y="4633570"/>
            <a:ext cx="1349486" cy="1178175"/>
            <a:chOff x="8360216" y="4281714"/>
            <a:chExt cx="1132119" cy="1335315"/>
          </a:xfrm>
        </p:grpSpPr>
        <p:sp>
          <p:nvSpPr>
            <p:cNvPr id="32" name="Right Triangle 31"/>
            <p:cNvSpPr/>
            <p:nvPr/>
          </p:nvSpPr>
          <p:spPr>
            <a:xfrm>
              <a:off x="8926278" y="4281714"/>
              <a:ext cx="566057" cy="1335315"/>
            </a:xfrm>
            <a:prstGeom prst="rt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33" name="Right Triangle 32"/>
            <p:cNvSpPr/>
            <p:nvPr/>
          </p:nvSpPr>
          <p:spPr>
            <a:xfrm flipH="1">
              <a:off x="8360216" y="4281714"/>
              <a:ext cx="566057" cy="1335315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sp>
        <p:nvSpPr>
          <p:cNvPr id="39" name="Rectangle 38"/>
          <p:cNvSpPr/>
          <p:nvPr/>
        </p:nvSpPr>
        <p:spPr>
          <a:xfrm>
            <a:off x="1972935" y="2639166"/>
            <a:ext cx="14987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278888" y="1265148"/>
            <a:ext cx="14987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b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UI)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229639" y="2806260"/>
            <a:ext cx="24412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b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(REST API, JSON)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399197" y="1868126"/>
            <a:ext cx="27158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b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(Python, </a:t>
            </a:r>
            <a:r>
              <a:rPr lang="en-US" sz="1600" dirty="0" err="1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892057" y="2514200"/>
            <a:ext cx="24647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b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(MySQL, MongoDB)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422728" y="3217117"/>
            <a:ext cx="23161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</a:t>
            </a:r>
            <a:b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(AWS, Google Cloud)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5" name="Group 4"/>
          <p:cNvGrpSpPr>
            <a:grpSpLocks noChangeAspect="1"/>
          </p:cNvGrpSpPr>
          <p:nvPr/>
        </p:nvGrpSpPr>
        <p:grpSpPr bwMode="auto">
          <a:xfrm>
            <a:off x="2572691" y="3151133"/>
            <a:ext cx="172993" cy="239651"/>
            <a:chOff x="556" y="579"/>
            <a:chExt cx="109" cy="151"/>
          </a:xfrm>
          <a:solidFill>
            <a:schemeClr val="bg1"/>
          </a:solidFill>
        </p:grpSpPr>
        <p:sp>
          <p:nvSpPr>
            <p:cNvPr id="46" name="Freeform 6"/>
            <p:cNvSpPr>
              <a:spLocks noEditPoints="1"/>
            </p:cNvSpPr>
            <p:nvPr/>
          </p:nvSpPr>
          <p:spPr bwMode="auto">
            <a:xfrm>
              <a:off x="556" y="579"/>
              <a:ext cx="109" cy="151"/>
            </a:xfrm>
            <a:custGeom>
              <a:avLst/>
              <a:gdLst>
                <a:gd name="T0" fmla="*/ 1101 w 2296"/>
                <a:gd name="T1" fmla="*/ 2503 h 3171"/>
                <a:gd name="T2" fmla="*/ 936 w 2296"/>
                <a:gd name="T3" fmla="*/ 2512 h 3171"/>
                <a:gd name="T4" fmla="*/ 911 w 2296"/>
                <a:gd name="T5" fmla="*/ 2640 h 3171"/>
                <a:gd name="T6" fmla="*/ 809 w 2296"/>
                <a:gd name="T7" fmla="*/ 2755 h 3171"/>
                <a:gd name="T8" fmla="*/ 658 w 2296"/>
                <a:gd name="T9" fmla="*/ 2800 h 3171"/>
                <a:gd name="T10" fmla="*/ 506 w 2296"/>
                <a:gd name="T11" fmla="*/ 2755 h 3171"/>
                <a:gd name="T12" fmla="*/ 405 w 2296"/>
                <a:gd name="T13" fmla="*/ 2640 h 3171"/>
                <a:gd name="T14" fmla="*/ 382 w 2296"/>
                <a:gd name="T15" fmla="*/ 2481 h 3171"/>
                <a:gd name="T16" fmla="*/ 451 w 2296"/>
                <a:gd name="T17" fmla="*/ 2338 h 3171"/>
                <a:gd name="T18" fmla="*/ 249 w 2296"/>
                <a:gd name="T19" fmla="*/ 1995 h 3171"/>
                <a:gd name="T20" fmla="*/ 1413 w 2296"/>
                <a:gd name="T21" fmla="*/ 1848 h 3171"/>
                <a:gd name="T22" fmla="*/ 1333 w 2296"/>
                <a:gd name="T23" fmla="*/ 1902 h 3171"/>
                <a:gd name="T24" fmla="*/ 1210 w 2296"/>
                <a:gd name="T25" fmla="*/ 1991 h 3171"/>
                <a:gd name="T26" fmla="*/ 1063 w 2296"/>
                <a:gd name="T27" fmla="*/ 2098 h 3171"/>
                <a:gd name="T28" fmla="*/ 909 w 2296"/>
                <a:gd name="T29" fmla="*/ 2213 h 3171"/>
                <a:gd name="T30" fmla="*/ 763 w 2296"/>
                <a:gd name="T31" fmla="*/ 2323 h 3171"/>
                <a:gd name="T32" fmla="*/ 672 w 2296"/>
                <a:gd name="T33" fmla="*/ 2366 h 3171"/>
                <a:gd name="T34" fmla="*/ 577 w 2296"/>
                <a:gd name="T35" fmla="*/ 2386 h 3171"/>
                <a:gd name="T36" fmla="*/ 508 w 2296"/>
                <a:gd name="T37" fmla="*/ 2468 h 3171"/>
                <a:gd name="T38" fmla="*/ 508 w 2296"/>
                <a:gd name="T39" fmla="*/ 2578 h 3171"/>
                <a:gd name="T40" fmla="*/ 577 w 2296"/>
                <a:gd name="T41" fmla="*/ 2660 h 3171"/>
                <a:gd name="T42" fmla="*/ 686 w 2296"/>
                <a:gd name="T43" fmla="*/ 2678 h 3171"/>
                <a:gd name="T44" fmla="*/ 779 w 2296"/>
                <a:gd name="T45" fmla="*/ 2625 h 3171"/>
                <a:gd name="T46" fmla="*/ 817 w 2296"/>
                <a:gd name="T47" fmla="*/ 2522 h 3171"/>
                <a:gd name="T48" fmla="*/ 870 w 2296"/>
                <a:gd name="T49" fmla="*/ 2444 h 3171"/>
                <a:gd name="T50" fmla="*/ 996 w 2296"/>
                <a:gd name="T51" fmla="*/ 2312 h 3171"/>
                <a:gd name="T52" fmla="*/ 1130 w 2296"/>
                <a:gd name="T53" fmla="*/ 2173 h 3171"/>
                <a:gd name="T54" fmla="*/ 1255 w 2296"/>
                <a:gd name="T55" fmla="*/ 2040 h 3171"/>
                <a:gd name="T56" fmla="*/ 1357 w 2296"/>
                <a:gd name="T57" fmla="*/ 1930 h 3171"/>
                <a:gd name="T58" fmla="*/ 1421 w 2296"/>
                <a:gd name="T59" fmla="*/ 1858 h 3171"/>
                <a:gd name="T60" fmla="*/ 1146 w 2296"/>
                <a:gd name="T61" fmla="*/ 269 h 3171"/>
                <a:gd name="T62" fmla="*/ 848 w 2296"/>
                <a:gd name="T63" fmla="*/ 317 h 3171"/>
                <a:gd name="T64" fmla="*/ 588 w 2296"/>
                <a:gd name="T65" fmla="*/ 450 h 3171"/>
                <a:gd name="T66" fmla="*/ 383 w 2296"/>
                <a:gd name="T67" fmla="*/ 654 h 3171"/>
                <a:gd name="T68" fmla="*/ 249 w 2296"/>
                <a:gd name="T69" fmla="*/ 913 h 3171"/>
                <a:gd name="T70" fmla="*/ 200 w 2296"/>
                <a:gd name="T71" fmla="*/ 1210 h 3171"/>
                <a:gd name="T72" fmla="*/ 248 w 2296"/>
                <a:gd name="T73" fmla="*/ 1504 h 3171"/>
                <a:gd name="T74" fmla="*/ 378 w 2296"/>
                <a:gd name="T75" fmla="*/ 1760 h 3171"/>
                <a:gd name="T76" fmla="*/ 578 w 2296"/>
                <a:gd name="T77" fmla="*/ 1962 h 3171"/>
                <a:gd name="T78" fmla="*/ 832 w 2296"/>
                <a:gd name="T79" fmla="*/ 2098 h 3171"/>
                <a:gd name="T80" fmla="*/ 1096 w 2296"/>
                <a:gd name="T81" fmla="*/ 1974 h 3171"/>
                <a:gd name="T82" fmla="*/ 1264 w 2296"/>
                <a:gd name="T83" fmla="*/ 1850 h 3171"/>
                <a:gd name="T84" fmla="*/ 1376 w 2296"/>
                <a:gd name="T85" fmla="*/ 1772 h 3171"/>
                <a:gd name="T86" fmla="*/ 1447 w 2296"/>
                <a:gd name="T87" fmla="*/ 1731 h 3171"/>
                <a:gd name="T88" fmla="*/ 1488 w 2296"/>
                <a:gd name="T89" fmla="*/ 1719 h 3171"/>
                <a:gd name="T90" fmla="*/ 1515 w 2296"/>
                <a:gd name="T91" fmla="*/ 1731 h 3171"/>
                <a:gd name="T92" fmla="*/ 1536 w 2296"/>
                <a:gd name="T93" fmla="*/ 1752 h 3171"/>
                <a:gd name="T94" fmla="*/ 1545 w 2296"/>
                <a:gd name="T95" fmla="*/ 1770 h 3171"/>
                <a:gd name="T96" fmla="*/ 1541 w 2296"/>
                <a:gd name="T97" fmla="*/ 1804 h 3171"/>
                <a:gd name="T98" fmla="*/ 1511 w 2296"/>
                <a:gd name="T99" fmla="*/ 1864 h 3171"/>
                <a:gd name="T100" fmla="*/ 1443 w 2296"/>
                <a:gd name="T101" fmla="*/ 1958 h 3171"/>
                <a:gd name="T102" fmla="*/ 1323 w 2296"/>
                <a:gd name="T103" fmla="*/ 2098 h 3171"/>
                <a:gd name="T104" fmla="*/ 1504 w 2296"/>
                <a:gd name="T105" fmla="*/ 2081 h 3171"/>
                <a:gd name="T106" fmla="*/ 1756 w 2296"/>
                <a:gd name="T107" fmla="*/ 1931 h 3171"/>
                <a:gd name="T108" fmla="*/ 1948 w 2296"/>
                <a:gd name="T109" fmla="*/ 1711 h 3171"/>
                <a:gd name="T110" fmla="*/ 2064 w 2296"/>
                <a:gd name="T111" fmla="*/ 1439 h 3171"/>
                <a:gd name="T112" fmla="*/ 2089 w 2296"/>
                <a:gd name="T113" fmla="*/ 1134 h 3171"/>
                <a:gd name="T114" fmla="*/ 2019 w 2296"/>
                <a:gd name="T115" fmla="*/ 844 h 3171"/>
                <a:gd name="T116" fmla="*/ 1865 w 2296"/>
                <a:gd name="T117" fmla="*/ 598 h 3171"/>
                <a:gd name="T118" fmla="*/ 1645 w 2296"/>
                <a:gd name="T119" fmla="*/ 410 h 3171"/>
                <a:gd name="T120" fmla="*/ 1374 w 2296"/>
                <a:gd name="T121" fmla="*/ 297 h 3171"/>
                <a:gd name="T122" fmla="*/ 0 w 2296"/>
                <a:gd name="T123" fmla="*/ 0 h 3171"/>
                <a:gd name="T124" fmla="*/ 0 w 2296"/>
                <a:gd name="T125" fmla="*/ 0 h 3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96" h="3171">
                  <a:moveTo>
                    <a:pt x="249" y="1995"/>
                  </a:moveTo>
                  <a:lnTo>
                    <a:pt x="249" y="2887"/>
                  </a:lnTo>
                  <a:lnTo>
                    <a:pt x="1101" y="2887"/>
                  </a:lnTo>
                  <a:lnTo>
                    <a:pt x="1101" y="2503"/>
                  </a:lnTo>
                  <a:lnTo>
                    <a:pt x="935" y="2500"/>
                  </a:lnTo>
                  <a:lnTo>
                    <a:pt x="935" y="2500"/>
                  </a:lnTo>
                  <a:lnTo>
                    <a:pt x="934" y="2501"/>
                  </a:lnTo>
                  <a:lnTo>
                    <a:pt x="936" y="2512"/>
                  </a:lnTo>
                  <a:lnTo>
                    <a:pt x="937" y="2522"/>
                  </a:lnTo>
                  <a:lnTo>
                    <a:pt x="934" y="2564"/>
                  </a:lnTo>
                  <a:lnTo>
                    <a:pt x="924" y="2603"/>
                  </a:lnTo>
                  <a:lnTo>
                    <a:pt x="911" y="2640"/>
                  </a:lnTo>
                  <a:lnTo>
                    <a:pt x="891" y="2674"/>
                  </a:lnTo>
                  <a:lnTo>
                    <a:pt x="868" y="2705"/>
                  </a:lnTo>
                  <a:lnTo>
                    <a:pt x="840" y="2732"/>
                  </a:lnTo>
                  <a:lnTo>
                    <a:pt x="809" y="2755"/>
                  </a:lnTo>
                  <a:lnTo>
                    <a:pt x="775" y="2774"/>
                  </a:lnTo>
                  <a:lnTo>
                    <a:pt x="738" y="2788"/>
                  </a:lnTo>
                  <a:lnTo>
                    <a:pt x="700" y="2797"/>
                  </a:lnTo>
                  <a:lnTo>
                    <a:pt x="658" y="2800"/>
                  </a:lnTo>
                  <a:lnTo>
                    <a:pt x="617" y="2797"/>
                  </a:lnTo>
                  <a:lnTo>
                    <a:pt x="577" y="2788"/>
                  </a:lnTo>
                  <a:lnTo>
                    <a:pt x="540" y="2774"/>
                  </a:lnTo>
                  <a:lnTo>
                    <a:pt x="506" y="2755"/>
                  </a:lnTo>
                  <a:lnTo>
                    <a:pt x="475" y="2732"/>
                  </a:lnTo>
                  <a:lnTo>
                    <a:pt x="448" y="2705"/>
                  </a:lnTo>
                  <a:lnTo>
                    <a:pt x="424" y="2674"/>
                  </a:lnTo>
                  <a:lnTo>
                    <a:pt x="405" y="2640"/>
                  </a:lnTo>
                  <a:lnTo>
                    <a:pt x="391" y="2603"/>
                  </a:lnTo>
                  <a:lnTo>
                    <a:pt x="382" y="2564"/>
                  </a:lnTo>
                  <a:lnTo>
                    <a:pt x="379" y="2522"/>
                  </a:lnTo>
                  <a:lnTo>
                    <a:pt x="382" y="2481"/>
                  </a:lnTo>
                  <a:lnTo>
                    <a:pt x="392" y="2441"/>
                  </a:lnTo>
                  <a:lnTo>
                    <a:pt x="406" y="2404"/>
                  </a:lnTo>
                  <a:lnTo>
                    <a:pt x="426" y="2370"/>
                  </a:lnTo>
                  <a:lnTo>
                    <a:pt x="451" y="2338"/>
                  </a:lnTo>
                  <a:lnTo>
                    <a:pt x="479" y="2311"/>
                  </a:lnTo>
                  <a:lnTo>
                    <a:pt x="511" y="2287"/>
                  </a:lnTo>
                  <a:lnTo>
                    <a:pt x="546" y="2269"/>
                  </a:lnTo>
                  <a:lnTo>
                    <a:pt x="249" y="1995"/>
                  </a:lnTo>
                  <a:close/>
                  <a:moveTo>
                    <a:pt x="1435" y="1837"/>
                  </a:moveTo>
                  <a:lnTo>
                    <a:pt x="1432" y="1838"/>
                  </a:lnTo>
                  <a:lnTo>
                    <a:pt x="1425" y="1841"/>
                  </a:lnTo>
                  <a:lnTo>
                    <a:pt x="1413" y="1848"/>
                  </a:lnTo>
                  <a:lnTo>
                    <a:pt x="1398" y="1858"/>
                  </a:lnTo>
                  <a:lnTo>
                    <a:pt x="1379" y="1870"/>
                  </a:lnTo>
                  <a:lnTo>
                    <a:pt x="1358" y="1885"/>
                  </a:lnTo>
                  <a:lnTo>
                    <a:pt x="1333" y="1902"/>
                  </a:lnTo>
                  <a:lnTo>
                    <a:pt x="1306" y="1921"/>
                  </a:lnTo>
                  <a:lnTo>
                    <a:pt x="1276" y="1943"/>
                  </a:lnTo>
                  <a:lnTo>
                    <a:pt x="1244" y="1966"/>
                  </a:lnTo>
                  <a:lnTo>
                    <a:pt x="1210" y="1991"/>
                  </a:lnTo>
                  <a:lnTo>
                    <a:pt x="1175" y="2015"/>
                  </a:lnTo>
                  <a:lnTo>
                    <a:pt x="1139" y="2042"/>
                  </a:lnTo>
                  <a:lnTo>
                    <a:pt x="1102" y="2070"/>
                  </a:lnTo>
                  <a:lnTo>
                    <a:pt x="1063" y="2098"/>
                  </a:lnTo>
                  <a:lnTo>
                    <a:pt x="1025" y="2127"/>
                  </a:lnTo>
                  <a:lnTo>
                    <a:pt x="986" y="2155"/>
                  </a:lnTo>
                  <a:lnTo>
                    <a:pt x="947" y="2184"/>
                  </a:lnTo>
                  <a:lnTo>
                    <a:pt x="909" y="2213"/>
                  </a:lnTo>
                  <a:lnTo>
                    <a:pt x="871" y="2242"/>
                  </a:lnTo>
                  <a:lnTo>
                    <a:pt x="833" y="2270"/>
                  </a:lnTo>
                  <a:lnTo>
                    <a:pt x="797" y="2298"/>
                  </a:lnTo>
                  <a:lnTo>
                    <a:pt x="763" y="2323"/>
                  </a:lnTo>
                  <a:lnTo>
                    <a:pt x="730" y="2349"/>
                  </a:lnTo>
                  <a:lnTo>
                    <a:pt x="699" y="2373"/>
                  </a:lnTo>
                  <a:lnTo>
                    <a:pt x="685" y="2369"/>
                  </a:lnTo>
                  <a:lnTo>
                    <a:pt x="672" y="2366"/>
                  </a:lnTo>
                  <a:lnTo>
                    <a:pt x="658" y="2365"/>
                  </a:lnTo>
                  <a:lnTo>
                    <a:pt x="629" y="2367"/>
                  </a:lnTo>
                  <a:lnTo>
                    <a:pt x="602" y="2374"/>
                  </a:lnTo>
                  <a:lnTo>
                    <a:pt x="577" y="2386"/>
                  </a:lnTo>
                  <a:lnTo>
                    <a:pt x="555" y="2402"/>
                  </a:lnTo>
                  <a:lnTo>
                    <a:pt x="536" y="2420"/>
                  </a:lnTo>
                  <a:lnTo>
                    <a:pt x="520" y="2443"/>
                  </a:lnTo>
                  <a:lnTo>
                    <a:pt x="508" y="2468"/>
                  </a:lnTo>
                  <a:lnTo>
                    <a:pt x="501" y="2495"/>
                  </a:lnTo>
                  <a:lnTo>
                    <a:pt x="498" y="2522"/>
                  </a:lnTo>
                  <a:lnTo>
                    <a:pt x="501" y="2551"/>
                  </a:lnTo>
                  <a:lnTo>
                    <a:pt x="508" y="2578"/>
                  </a:lnTo>
                  <a:lnTo>
                    <a:pt x="520" y="2603"/>
                  </a:lnTo>
                  <a:lnTo>
                    <a:pt x="536" y="2625"/>
                  </a:lnTo>
                  <a:lnTo>
                    <a:pt x="555" y="2644"/>
                  </a:lnTo>
                  <a:lnTo>
                    <a:pt x="577" y="2660"/>
                  </a:lnTo>
                  <a:lnTo>
                    <a:pt x="602" y="2671"/>
                  </a:lnTo>
                  <a:lnTo>
                    <a:pt x="629" y="2678"/>
                  </a:lnTo>
                  <a:lnTo>
                    <a:pt x="658" y="2681"/>
                  </a:lnTo>
                  <a:lnTo>
                    <a:pt x="686" y="2678"/>
                  </a:lnTo>
                  <a:lnTo>
                    <a:pt x="713" y="2671"/>
                  </a:lnTo>
                  <a:lnTo>
                    <a:pt x="738" y="2660"/>
                  </a:lnTo>
                  <a:lnTo>
                    <a:pt x="761" y="2644"/>
                  </a:lnTo>
                  <a:lnTo>
                    <a:pt x="779" y="2625"/>
                  </a:lnTo>
                  <a:lnTo>
                    <a:pt x="795" y="2603"/>
                  </a:lnTo>
                  <a:lnTo>
                    <a:pt x="807" y="2578"/>
                  </a:lnTo>
                  <a:lnTo>
                    <a:pt x="815" y="2551"/>
                  </a:lnTo>
                  <a:lnTo>
                    <a:pt x="817" y="2522"/>
                  </a:lnTo>
                  <a:lnTo>
                    <a:pt x="816" y="2512"/>
                  </a:lnTo>
                  <a:lnTo>
                    <a:pt x="813" y="2502"/>
                  </a:lnTo>
                  <a:lnTo>
                    <a:pt x="840" y="2474"/>
                  </a:lnTo>
                  <a:lnTo>
                    <a:pt x="870" y="2444"/>
                  </a:lnTo>
                  <a:lnTo>
                    <a:pt x="900" y="2412"/>
                  </a:lnTo>
                  <a:lnTo>
                    <a:pt x="931" y="2380"/>
                  </a:lnTo>
                  <a:lnTo>
                    <a:pt x="963" y="2346"/>
                  </a:lnTo>
                  <a:lnTo>
                    <a:pt x="996" y="2312"/>
                  </a:lnTo>
                  <a:lnTo>
                    <a:pt x="1029" y="2278"/>
                  </a:lnTo>
                  <a:lnTo>
                    <a:pt x="1062" y="2243"/>
                  </a:lnTo>
                  <a:lnTo>
                    <a:pt x="1096" y="2208"/>
                  </a:lnTo>
                  <a:lnTo>
                    <a:pt x="1130" y="2173"/>
                  </a:lnTo>
                  <a:lnTo>
                    <a:pt x="1162" y="2138"/>
                  </a:lnTo>
                  <a:lnTo>
                    <a:pt x="1194" y="2105"/>
                  </a:lnTo>
                  <a:lnTo>
                    <a:pt x="1225" y="2072"/>
                  </a:lnTo>
                  <a:lnTo>
                    <a:pt x="1255" y="2040"/>
                  </a:lnTo>
                  <a:lnTo>
                    <a:pt x="1283" y="2010"/>
                  </a:lnTo>
                  <a:lnTo>
                    <a:pt x="1310" y="1981"/>
                  </a:lnTo>
                  <a:lnTo>
                    <a:pt x="1335" y="1954"/>
                  </a:lnTo>
                  <a:lnTo>
                    <a:pt x="1357" y="1930"/>
                  </a:lnTo>
                  <a:lnTo>
                    <a:pt x="1377" y="1908"/>
                  </a:lnTo>
                  <a:lnTo>
                    <a:pt x="1395" y="1888"/>
                  </a:lnTo>
                  <a:lnTo>
                    <a:pt x="1409" y="1871"/>
                  </a:lnTo>
                  <a:lnTo>
                    <a:pt x="1421" y="1858"/>
                  </a:lnTo>
                  <a:lnTo>
                    <a:pt x="1430" y="1847"/>
                  </a:lnTo>
                  <a:lnTo>
                    <a:pt x="1434" y="1840"/>
                  </a:lnTo>
                  <a:lnTo>
                    <a:pt x="1435" y="1837"/>
                  </a:lnTo>
                  <a:close/>
                  <a:moveTo>
                    <a:pt x="1146" y="269"/>
                  </a:moveTo>
                  <a:lnTo>
                    <a:pt x="1068" y="272"/>
                  </a:lnTo>
                  <a:lnTo>
                    <a:pt x="993" y="281"/>
                  </a:lnTo>
                  <a:lnTo>
                    <a:pt x="919" y="297"/>
                  </a:lnTo>
                  <a:lnTo>
                    <a:pt x="848" y="317"/>
                  </a:lnTo>
                  <a:lnTo>
                    <a:pt x="778" y="343"/>
                  </a:lnTo>
                  <a:lnTo>
                    <a:pt x="712" y="374"/>
                  </a:lnTo>
                  <a:lnTo>
                    <a:pt x="649" y="410"/>
                  </a:lnTo>
                  <a:lnTo>
                    <a:pt x="588" y="450"/>
                  </a:lnTo>
                  <a:lnTo>
                    <a:pt x="531" y="496"/>
                  </a:lnTo>
                  <a:lnTo>
                    <a:pt x="478" y="545"/>
                  </a:lnTo>
                  <a:lnTo>
                    <a:pt x="428" y="598"/>
                  </a:lnTo>
                  <a:lnTo>
                    <a:pt x="383" y="654"/>
                  </a:lnTo>
                  <a:lnTo>
                    <a:pt x="342" y="714"/>
                  </a:lnTo>
                  <a:lnTo>
                    <a:pt x="306" y="778"/>
                  </a:lnTo>
                  <a:lnTo>
                    <a:pt x="275" y="844"/>
                  </a:lnTo>
                  <a:lnTo>
                    <a:pt x="249" y="913"/>
                  </a:lnTo>
                  <a:lnTo>
                    <a:pt x="228" y="984"/>
                  </a:lnTo>
                  <a:lnTo>
                    <a:pt x="212" y="1058"/>
                  </a:lnTo>
                  <a:lnTo>
                    <a:pt x="203" y="1134"/>
                  </a:lnTo>
                  <a:lnTo>
                    <a:pt x="200" y="1210"/>
                  </a:lnTo>
                  <a:lnTo>
                    <a:pt x="203" y="1286"/>
                  </a:lnTo>
                  <a:lnTo>
                    <a:pt x="212" y="1361"/>
                  </a:lnTo>
                  <a:lnTo>
                    <a:pt x="227" y="1434"/>
                  </a:lnTo>
                  <a:lnTo>
                    <a:pt x="248" y="1504"/>
                  </a:lnTo>
                  <a:lnTo>
                    <a:pt x="273" y="1572"/>
                  </a:lnTo>
                  <a:lnTo>
                    <a:pt x="304" y="1637"/>
                  </a:lnTo>
                  <a:lnTo>
                    <a:pt x="339" y="1700"/>
                  </a:lnTo>
                  <a:lnTo>
                    <a:pt x="378" y="1760"/>
                  </a:lnTo>
                  <a:lnTo>
                    <a:pt x="423" y="1815"/>
                  </a:lnTo>
                  <a:lnTo>
                    <a:pt x="471" y="1868"/>
                  </a:lnTo>
                  <a:lnTo>
                    <a:pt x="523" y="1917"/>
                  </a:lnTo>
                  <a:lnTo>
                    <a:pt x="578" y="1962"/>
                  </a:lnTo>
                  <a:lnTo>
                    <a:pt x="637" y="2003"/>
                  </a:lnTo>
                  <a:lnTo>
                    <a:pt x="700" y="2039"/>
                  </a:lnTo>
                  <a:lnTo>
                    <a:pt x="765" y="2071"/>
                  </a:lnTo>
                  <a:lnTo>
                    <a:pt x="832" y="2098"/>
                  </a:lnTo>
                  <a:lnTo>
                    <a:pt x="903" y="2118"/>
                  </a:lnTo>
                  <a:lnTo>
                    <a:pt x="988" y="2055"/>
                  </a:lnTo>
                  <a:lnTo>
                    <a:pt x="1044" y="2013"/>
                  </a:lnTo>
                  <a:lnTo>
                    <a:pt x="1096" y="1974"/>
                  </a:lnTo>
                  <a:lnTo>
                    <a:pt x="1144" y="1939"/>
                  </a:lnTo>
                  <a:lnTo>
                    <a:pt x="1188" y="1906"/>
                  </a:lnTo>
                  <a:lnTo>
                    <a:pt x="1228" y="1877"/>
                  </a:lnTo>
                  <a:lnTo>
                    <a:pt x="1264" y="1850"/>
                  </a:lnTo>
                  <a:lnTo>
                    <a:pt x="1296" y="1827"/>
                  </a:lnTo>
                  <a:lnTo>
                    <a:pt x="1327" y="1806"/>
                  </a:lnTo>
                  <a:lnTo>
                    <a:pt x="1352" y="1787"/>
                  </a:lnTo>
                  <a:lnTo>
                    <a:pt x="1376" y="1772"/>
                  </a:lnTo>
                  <a:lnTo>
                    <a:pt x="1398" y="1759"/>
                  </a:lnTo>
                  <a:lnTo>
                    <a:pt x="1416" y="1747"/>
                  </a:lnTo>
                  <a:lnTo>
                    <a:pt x="1432" y="1738"/>
                  </a:lnTo>
                  <a:lnTo>
                    <a:pt x="1447" y="1731"/>
                  </a:lnTo>
                  <a:lnTo>
                    <a:pt x="1459" y="1726"/>
                  </a:lnTo>
                  <a:lnTo>
                    <a:pt x="1471" y="1721"/>
                  </a:lnTo>
                  <a:lnTo>
                    <a:pt x="1480" y="1719"/>
                  </a:lnTo>
                  <a:lnTo>
                    <a:pt x="1488" y="1719"/>
                  </a:lnTo>
                  <a:lnTo>
                    <a:pt x="1497" y="1720"/>
                  </a:lnTo>
                  <a:lnTo>
                    <a:pt x="1503" y="1722"/>
                  </a:lnTo>
                  <a:lnTo>
                    <a:pt x="1509" y="1726"/>
                  </a:lnTo>
                  <a:lnTo>
                    <a:pt x="1515" y="1731"/>
                  </a:lnTo>
                  <a:lnTo>
                    <a:pt x="1521" y="1736"/>
                  </a:lnTo>
                  <a:lnTo>
                    <a:pt x="1527" y="1742"/>
                  </a:lnTo>
                  <a:lnTo>
                    <a:pt x="1533" y="1748"/>
                  </a:lnTo>
                  <a:lnTo>
                    <a:pt x="1536" y="1752"/>
                  </a:lnTo>
                  <a:lnTo>
                    <a:pt x="1539" y="1755"/>
                  </a:lnTo>
                  <a:lnTo>
                    <a:pt x="1542" y="1760"/>
                  </a:lnTo>
                  <a:lnTo>
                    <a:pt x="1544" y="1765"/>
                  </a:lnTo>
                  <a:lnTo>
                    <a:pt x="1545" y="1770"/>
                  </a:lnTo>
                  <a:lnTo>
                    <a:pt x="1546" y="1777"/>
                  </a:lnTo>
                  <a:lnTo>
                    <a:pt x="1546" y="1784"/>
                  </a:lnTo>
                  <a:lnTo>
                    <a:pt x="1544" y="1794"/>
                  </a:lnTo>
                  <a:lnTo>
                    <a:pt x="1541" y="1804"/>
                  </a:lnTo>
                  <a:lnTo>
                    <a:pt x="1537" y="1816"/>
                  </a:lnTo>
                  <a:lnTo>
                    <a:pt x="1531" y="1830"/>
                  </a:lnTo>
                  <a:lnTo>
                    <a:pt x="1522" y="1845"/>
                  </a:lnTo>
                  <a:lnTo>
                    <a:pt x="1511" y="1864"/>
                  </a:lnTo>
                  <a:lnTo>
                    <a:pt x="1499" y="1883"/>
                  </a:lnTo>
                  <a:lnTo>
                    <a:pt x="1483" y="1906"/>
                  </a:lnTo>
                  <a:lnTo>
                    <a:pt x="1464" y="1931"/>
                  </a:lnTo>
                  <a:lnTo>
                    <a:pt x="1443" y="1958"/>
                  </a:lnTo>
                  <a:lnTo>
                    <a:pt x="1419" y="1988"/>
                  </a:lnTo>
                  <a:lnTo>
                    <a:pt x="1391" y="2021"/>
                  </a:lnTo>
                  <a:lnTo>
                    <a:pt x="1359" y="2058"/>
                  </a:lnTo>
                  <a:lnTo>
                    <a:pt x="1323" y="2098"/>
                  </a:lnTo>
                  <a:lnTo>
                    <a:pt x="1284" y="2141"/>
                  </a:lnTo>
                  <a:lnTo>
                    <a:pt x="1360" y="2127"/>
                  </a:lnTo>
                  <a:lnTo>
                    <a:pt x="1433" y="2107"/>
                  </a:lnTo>
                  <a:lnTo>
                    <a:pt x="1504" y="2081"/>
                  </a:lnTo>
                  <a:lnTo>
                    <a:pt x="1571" y="2051"/>
                  </a:lnTo>
                  <a:lnTo>
                    <a:pt x="1635" y="2015"/>
                  </a:lnTo>
                  <a:lnTo>
                    <a:pt x="1698" y="1975"/>
                  </a:lnTo>
                  <a:lnTo>
                    <a:pt x="1756" y="1931"/>
                  </a:lnTo>
                  <a:lnTo>
                    <a:pt x="1809" y="1881"/>
                  </a:lnTo>
                  <a:lnTo>
                    <a:pt x="1860" y="1828"/>
                  </a:lnTo>
                  <a:lnTo>
                    <a:pt x="1906" y="1771"/>
                  </a:lnTo>
                  <a:lnTo>
                    <a:pt x="1948" y="1711"/>
                  </a:lnTo>
                  <a:lnTo>
                    <a:pt x="1985" y="1647"/>
                  </a:lnTo>
                  <a:lnTo>
                    <a:pt x="2017" y="1580"/>
                  </a:lnTo>
                  <a:lnTo>
                    <a:pt x="2044" y="1511"/>
                  </a:lnTo>
                  <a:lnTo>
                    <a:pt x="2064" y="1439"/>
                  </a:lnTo>
                  <a:lnTo>
                    <a:pt x="2080" y="1365"/>
                  </a:lnTo>
                  <a:lnTo>
                    <a:pt x="2089" y="1288"/>
                  </a:lnTo>
                  <a:lnTo>
                    <a:pt x="2092" y="1210"/>
                  </a:lnTo>
                  <a:lnTo>
                    <a:pt x="2089" y="1134"/>
                  </a:lnTo>
                  <a:lnTo>
                    <a:pt x="2080" y="1058"/>
                  </a:lnTo>
                  <a:lnTo>
                    <a:pt x="2065" y="984"/>
                  </a:lnTo>
                  <a:lnTo>
                    <a:pt x="2045" y="913"/>
                  </a:lnTo>
                  <a:lnTo>
                    <a:pt x="2019" y="844"/>
                  </a:lnTo>
                  <a:lnTo>
                    <a:pt x="1987" y="778"/>
                  </a:lnTo>
                  <a:lnTo>
                    <a:pt x="1951" y="714"/>
                  </a:lnTo>
                  <a:lnTo>
                    <a:pt x="1910" y="654"/>
                  </a:lnTo>
                  <a:lnTo>
                    <a:pt x="1865" y="598"/>
                  </a:lnTo>
                  <a:lnTo>
                    <a:pt x="1816" y="545"/>
                  </a:lnTo>
                  <a:lnTo>
                    <a:pt x="1762" y="496"/>
                  </a:lnTo>
                  <a:lnTo>
                    <a:pt x="1706" y="450"/>
                  </a:lnTo>
                  <a:lnTo>
                    <a:pt x="1645" y="410"/>
                  </a:lnTo>
                  <a:lnTo>
                    <a:pt x="1581" y="374"/>
                  </a:lnTo>
                  <a:lnTo>
                    <a:pt x="1515" y="343"/>
                  </a:lnTo>
                  <a:lnTo>
                    <a:pt x="1446" y="317"/>
                  </a:lnTo>
                  <a:lnTo>
                    <a:pt x="1374" y="297"/>
                  </a:lnTo>
                  <a:lnTo>
                    <a:pt x="1300" y="281"/>
                  </a:lnTo>
                  <a:lnTo>
                    <a:pt x="1224" y="272"/>
                  </a:lnTo>
                  <a:lnTo>
                    <a:pt x="1146" y="269"/>
                  </a:lnTo>
                  <a:close/>
                  <a:moveTo>
                    <a:pt x="0" y="0"/>
                  </a:moveTo>
                  <a:lnTo>
                    <a:pt x="2296" y="0"/>
                  </a:lnTo>
                  <a:lnTo>
                    <a:pt x="2296" y="3171"/>
                  </a:lnTo>
                  <a:lnTo>
                    <a:pt x="0" y="31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47" name="Freeform 7"/>
            <p:cNvSpPr>
              <a:spLocks/>
            </p:cNvSpPr>
            <p:nvPr/>
          </p:nvSpPr>
          <p:spPr bwMode="auto">
            <a:xfrm>
              <a:off x="597" y="623"/>
              <a:ext cx="27" cy="27"/>
            </a:xfrm>
            <a:custGeom>
              <a:avLst/>
              <a:gdLst>
                <a:gd name="T0" fmla="*/ 281 w 562"/>
                <a:gd name="T1" fmla="*/ 0 h 560"/>
                <a:gd name="T2" fmla="*/ 323 w 562"/>
                <a:gd name="T3" fmla="*/ 3 h 560"/>
                <a:gd name="T4" fmla="*/ 362 w 562"/>
                <a:gd name="T5" fmla="*/ 11 h 560"/>
                <a:gd name="T6" fmla="*/ 400 w 562"/>
                <a:gd name="T7" fmla="*/ 26 h 560"/>
                <a:gd name="T8" fmla="*/ 435 w 562"/>
                <a:gd name="T9" fmla="*/ 45 h 560"/>
                <a:gd name="T10" fmla="*/ 466 w 562"/>
                <a:gd name="T11" fmla="*/ 69 h 560"/>
                <a:gd name="T12" fmla="*/ 494 w 562"/>
                <a:gd name="T13" fmla="*/ 96 h 560"/>
                <a:gd name="T14" fmla="*/ 518 w 562"/>
                <a:gd name="T15" fmla="*/ 128 h 560"/>
                <a:gd name="T16" fmla="*/ 536 w 562"/>
                <a:gd name="T17" fmla="*/ 162 h 560"/>
                <a:gd name="T18" fmla="*/ 551 w 562"/>
                <a:gd name="T19" fmla="*/ 199 h 560"/>
                <a:gd name="T20" fmla="*/ 559 w 562"/>
                <a:gd name="T21" fmla="*/ 238 h 560"/>
                <a:gd name="T22" fmla="*/ 562 w 562"/>
                <a:gd name="T23" fmla="*/ 279 h 560"/>
                <a:gd name="T24" fmla="*/ 559 w 562"/>
                <a:gd name="T25" fmla="*/ 321 h 560"/>
                <a:gd name="T26" fmla="*/ 551 w 562"/>
                <a:gd name="T27" fmla="*/ 361 h 560"/>
                <a:gd name="T28" fmla="*/ 536 w 562"/>
                <a:gd name="T29" fmla="*/ 398 h 560"/>
                <a:gd name="T30" fmla="*/ 518 w 562"/>
                <a:gd name="T31" fmla="*/ 432 h 560"/>
                <a:gd name="T32" fmla="*/ 494 w 562"/>
                <a:gd name="T33" fmla="*/ 463 h 560"/>
                <a:gd name="T34" fmla="*/ 466 w 562"/>
                <a:gd name="T35" fmla="*/ 490 h 560"/>
                <a:gd name="T36" fmla="*/ 435 w 562"/>
                <a:gd name="T37" fmla="*/ 514 h 560"/>
                <a:gd name="T38" fmla="*/ 400 w 562"/>
                <a:gd name="T39" fmla="*/ 533 h 560"/>
                <a:gd name="T40" fmla="*/ 362 w 562"/>
                <a:gd name="T41" fmla="*/ 547 h 560"/>
                <a:gd name="T42" fmla="*/ 323 w 562"/>
                <a:gd name="T43" fmla="*/ 556 h 560"/>
                <a:gd name="T44" fmla="*/ 281 w 562"/>
                <a:gd name="T45" fmla="*/ 560 h 560"/>
                <a:gd name="T46" fmla="*/ 240 w 562"/>
                <a:gd name="T47" fmla="*/ 556 h 560"/>
                <a:gd name="T48" fmla="*/ 200 w 562"/>
                <a:gd name="T49" fmla="*/ 547 h 560"/>
                <a:gd name="T50" fmla="*/ 163 w 562"/>
                <a:gd name="T51" fmla="*/ 533 h 560"/>
                <a:gd name="T52" fmla="*/ 128 w 562"/>
                <a:gd name="T53" fmla="*/ 514 h 560"/>
                <a:gd name="T54" fmla="*/ 97 w 562"/>
                <a:gd name="T55" fmla="*/ 490 h 560"/>
                <a:gd name="T56" fmla="*/ 69 w 562"/>
                <a:gd name="T57" fmla="*/ 463 h 560"/>
                <a:gd name="T58" fmla="*/ 46 w 562"/>
                <a:gd name="T59" fmla="*/ 432 h 560"/>
                <a:gd name="T60" fmla="*/ 26 w 562"/>
                <a:gd name="T61" fmla="*/ 398 h 560"/>
                <a:gd name="T62" fmla="*/ 12 w 562"/>
                <a:gd name="T63" fmla="*/ 361 h 560"/>
                <a:gd name="T64" fmla="*/ 3 w 562"/>
                <a:gd name="T65" fmla="*/ 321 h 560"/>
                <a:gd name="T66" fmla="*/ 0 w 562"/>
                <a:gd name="T67" fmla="*/ 279 h 560"/>
                <a:gd name="T68" fmla="*/ 3 w 562"/>
                <a:gd name="T69" fmla="*/ 238 h 560"/>
                <a:gd name="T70" fmla="*/ 12 w 562"/>
                <a:gd name="T71" fmla="*/ 199 h 560"/>
                <a:gd name="T72" fmla="*/ 26 w 562"/>
                <a:gd name="T73" fmla="*/ 162 h 560"/>
                <a:gd name="T74" fmla="*/ 46 w 562"/>
                <a:gd name="T75" fmla="*/ 128 h 560"/>
                <a:gd name="T76" fmla="*/ 69 w 562"/>
                <a:gd name="T77" fmla="*/ 96 h 560"/>
                <a:gd name="T78" fmla="*/ 97 w 562"/>
                <a:gd name="T79" fmla="*/ 69 h 560"/>
                <a:gd name="T80" fmla="*/ 128 w 562"/>
                <a:gd name="T81" fmla="*/ 45 h 560"/>
                <a:gd name="T82" fmla="*/ 163 w 562"/>
                <a:gd name="T83" fmla="*/ 26 h 560"/>
                <a:gd name="T84" fmla="*/ 200 w 562"/>
                <a:gd name="T85" fmla="*/ 11 h 560"/>
                <a:gd name="T86" fmla="*/ 240 w 562"/>
                <a:gd name="T87" fmla="*/ 3 h 560"/>
                <a:gd name="T88" fmla="*/ 281 w 562"/>
                <a:gd name="T89" fmla="*/ 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62" h="560">
                  <a:moveTo>
                    <a:pt x="281" y="0"/>
                  </a:moveTo>
                  <a:lnTo>
                    <a:pt x="323" y="3"/>
                  </a:lnTo>
                  <a:lnTo>
                    <a:pt x="362" y="11"/>
                  </a:lnTo>
                  <a:lnTo>
                    <a:pt x="400" y="26"/>
                  </a:lnTo>
                  <a:lnTo>
                    <a:pt x="435" y="45"/>
                  </a:lnTo>
                  <a:lnTo>
                    <a:pt x="466" y="69"/>
                  </a:lnTo>
                  <a:lnTo>
                    <a:pt x="494" y="96"/>
                  </a:lnTo>
                  <a:lnTo>
                    <a:pt x="518" y="128"/>
                  </a:lnTo>
                  <a:lnTo>
                    <a:pt x="536" y="162"/>
                  </a:lnTo>
                  <a:lnTo>
                    <a:pt x="551" y="199"/>
                  </a:lnTo>
                  <a:lnTo>
                    <a:pt x="559" y="238"/>
                  </a:lnTo>
                  <a:lnTo>
                    <a:pt x="562" y="279"/>
                  </a:lnTo>
                  <a:lnTo>
                    <a:pt x="559" y="321"/>
                  </a:lnTo>
                  <a:lnTo>
                    <a:pt x="551" y="361"/>
                  </a:lnTo>
                  <a:lnTo>
                    <a:pt x="536" y="398"/>
                  </a:lnTo>
                  <a:lnTo>
                    <a:pt x="518" y="432"/>
                  </a:lnTo>
                  <a:lnTo>
                    <a:pt x="494" y="463"/>
                  </a:lnTo>
                  <a:lnTo>
                    <a:pt x="466" y="490"/>
                  </a:lnTo>
                  <a:lnTo>
                    <a:pt x="435" y="514"/>
                  </a:lnTo>
                  <a:lnTo>
                    <a:pt x="400" y="533"/>
                  </a:lnTo>
                  <a:lnTo>
                    <a:pt x="362" y="547"/>
                  </a:lnTo>
                  <a:lnTo>
                    <a:pt x="323" y="556"/>
                  </a:lnTo>
                  <a:lnTo>
                    <a:pt x="281" y="560"/>
                  </a:lnTo>
                  <a:lnTo>
                    <a:pt x="240" y="556"/>
                  </a:lnTo>
                  <a:lnTo>
                    <a:pt x="200" y="547"/>
                  </a:lnTo>
                  <a:lnTo>
                    <a:pt x="163" y="533"/>
                  </a:lnTo>
                  <a:lnTo>
                    <a:pt x="128" y="514"/>
                  </a:lnTo>
                  <a:lnTo>
                    <a:pt x="97" y="490"/>
                  </a:lnTo>
                  <a:lnTo>
                    <a:pt x="69" y="463"/>
                  </a:lnTo>
                  <a:lnTo>
                    <a:pt x="46" y="432"/>
                  </a:lnTo>
                  <a:lnTo>
                    <a:pt x="26" y="398"/>
                  </a:lnTo>
                  <a:lnTo>
                    <a:pt x="12" y="361"/>
                  </a:lnTo>
                  <a:lnTo>
                    <a:pt x="3" y="321"/>
                  </a:lnTo>
                  <a:lnTo>
                    <a:pt x="0" y="279"/>
                  </a:lnTo>
                  <a:lnTo>
                    <a:pt x="3" y="238"/>
                  </a:lnTo>
                  <a:lnTo>
                    <a:pt x="12" y="199"/>
                  </a:lnTo>
                  <a:lnTo>
                    <a:pt x="26" y="162"/>
                  </a:lnTo>
                  <a:lnTo>
                    <a:pt x="46" y="128"/>
                  </a:lnTo>
                  <a:lnTo>
                    <a:pt x="69" y="96"/>
                  </a:lnTo>
                  <a:lnTo>
                    <a:pt x="97" y="69"/>
                  </a:lnTo>
                  <a:lnTo>
                    <a:pt x="128" y="45"/>
                  </a:lnTo>
                  <a:lnTo>
                    <a:pt x="163" y="26"/>
                  </a:lnTo>
                  <a:lnTo>
                    <a:pt x="200" y="11"/>
                  </a:lnTo>
                  <a:lnTo>
                    <a:pt x="240" y="3"/>
                  </a:lnTo>
                  <a:lnTo>
                    <a:pt x="2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sp>
        <p:nvSpPr>
          <p:cNvPr id="48" name="Freeform 12"/>
          <p:cNvSpPr>
            <a:spLocks noEditPoints="1"/>
          </p:cNvSpPr>
          <p:nvPr/>
        </p:nvSpPr>
        <p:spPr bwMode="auto">
          <a:xfrm>
            <a:off x="3904914" y="2012837"/>
            <a:ext cx="329098" cy="330601"/>
          </a:xfrm>
          <a:custGeom>
            <a:avLst/>
            <a:gdLst>
              <a:gd name="T0" fmla="*/ 300 w 3642"/>
              <a:gd name="T1" fmla="*/ 2114 h 3222"/>
              <a:gd name="T2" fmla="*/ 1370 w 3642"/>
              <a:gd name="T3" fmla="*/ 3076 h 3222"/>
              <a:gd name="T4" fmla="*/ 3506 w 3642"/>
              <a:gd name="T5" fmla="*/ 3076 h 3222"/>
              <a:gd name="T6" fmla="*/ 3353 w 3642"/>
              <a:gd name="T7" fmla="*/ 1855 h 3222"/>
              <a:gd name="T8" fmla="*/ 3547 w 3642"/>
              <a:gd name="T9" fmla="*/ 1733 h 3222"/>
              <a:gd name="T10" fmla="*/ 3639 w 3642"/>
              <a:gd name="T11" fmla="*/ 1846 h 3222"/>
              <a:gd name="T12" fmla="*/ 3615 w 3642"/>
              <a:gd name="T13" fmla="*/ 3152 h 3222"/>
              <a:gd name="T14" fmla="*/ 3485 w 3642"/>
              <a:gd name="T15" fmla="*/ 3222 h 3222"/>
              <a:gd name="T16" fmla="*/ 1278 w 3642"/>
              <a:gd name="T17" fmla="*/ 3176 h 3222"/>
              <a:gd name="T18" fmla="*/ 1232 w 3642"/>
              <a:gd name="T19" fmla="*/ 1878 h 3222"/>
              <a:gd name="T20" fmla="*/ 1301 w 3642"/>
              <a:gd name="T21" fmla="*/ 1747 h 3222"/>
              <a:gd name="T22" fmla="*/ 1652 w 3642"/>
              <a:gd name="T23" fmla="*/ 1508 h 3222"/>
              <a:gd name="T24" fmla="*/ 1176 w 3642"/>
              <a:gd name="T25" fmla="*/ 1603 h 3222"/>
              <a:gd name="T26" fmla="*/ 1099 w 3642"/>
              <a:gd name="T27" fmla="*/ 1738 h 3222"/>
              <a:gd name="T28" fmla="*/ 1560 w 3642"/>
              <a:gd name="T29" fmla="*/ 1032 h 3222"/>
              <a:gd name="T30" fmla="*/ 1652 w 3642"/>
              <a:gd name="T31" fmla="*/ 1123 h 3222"/>
              <a:gd name="T32" fmla="*/ 1774 w 3642"/>
              <a:gd name="T33" fmla="*/ 1246 h 3222"/>
              <a:gd name="T34" fmla="*/ 2500 w 3642"/>
              <a:gd name="T35" fmla="*/ 709 h 3222"/>
              <a:gd name="T36" fmla="*/ 2416 w 3642"/>
              <a:gd name="T37" fmla="*/ 969 h 3222"/>
              <a:gd name="T38" fmla="*/ 2564 w 3642"/>
              <a:gd name="T39" fmla="*/ 970 h 3222"/>
              <a:gd name="T40" fmla="*/ 2657 w 3642"/>
              <a:gd name="T41" fmla="*/ 978 h 3222"/>
              <a:gd name="T42" fmla="*/ 2847 w 3642"/>
              <a:gd name="T43" fmla="*/ 1040 h 3222"/>
              <a:gd name="T44" fmla="*/ 3032 w 3642"/>
              <a:gd name="T45" fmla="*/ 1206 h 3222"/>
              <a:gd name="T46" fmla="*/ 3114 w 3642"/>
              <a:gd name="T47" fmla="*/ 1462 h 3222"/>
              <a:gd name="T48" fmla="*/ 2871 w 3642"/>
              <a:gd name="T49" fmla="*/ 1386 h 3222"/>
              <a:gd name="T50" fmla="*/ 2752 w 3642"/>
              <a:gd name="T51" fmla="*/ 1246 h 3222"/>
              <a:gd name="T52" fmla="*/ 2613 w 3642"/>
              <a:gd name="T53" fmla="*/ 1199 h 3222"/>
              <a:gd name="T54" fmla="*/ 2511 w 3642"/>
              <a:gd name="T55" fmla="*/ 1441 h 3222"/>
              <a:gd name="T56" fmla="*/ 2480 w 3642"/>
              <a:gd name="T57" fmla="*/ 1455 h 3222"/>
              <a:gd name="T58" fmla="*/ 2010 w 3642"/>
              <a:gd name="T59" fmla="*/ 1082 h 3222"/>
              <a:gd name="T60" fmla="*/ 2480 w 3642"/>
              <a:gd name="T61" fmla="*/ 711 h 3222"/>
              <a:gd name="T62" fmla="*/ 1505 w 3642"/>
              <a:gd name="T63" fmla="*/ 326 h 3222"/>
              <a:gd name="T64" fmla="*/ 1560 w 3642"/>
              <a:gd name="T65" fmla="*/ 396 h 3222"/>
              <a:gd name="T66" fmla="*/ 1505 w 3642"/>
              <a:gd name="T67" fmla="*/ 468 h 3222"/>
              <a:gd name="T68" fmla="*/ 1421 w 3642"/>
              <a:gd name="T69" fmla="*/ 435 h 3222"/>
              <a:gd name="T70" fmla="*/ 1434 w 3642"/>
              <a:gd name="T71" fmla="*/ 345 h 3222"/>
              <a:gd name="T72" fmla="*/ 1024 w 3642"/>
              <a:gd name="T73" fmla="*/ 326 h 3222"/>
              <a:gd name="T74" fmla="*/ 1077 w 3642"/>
              <a:gd name="T75" fmla="*/ 396 h 3222"/>
              <a:gd name="T76" fmla="*/ 1024 w 3642"/>
              <a:gd name="T77" fmla="*/ 468 h 3222"/>
              <a:gd name="T78" fmla="*/ 940 w 3642"/>
              <a:gd name="T79" fmla="*/ 435 h 3222"/>
              <a:gd name="T80" fmla="*/ 951 w 3642"/>
              <a:gd name="T81" fmla="*/ 345 h 3222"/>
              <a:gd name="T82" fmla="*/ 1450 w 3642"/>
              <a:gd name="T83" fmla="*/ 203 h 3222"/>
              <a:gd name="T84" fmla="*/ 1316 w 3642"/>
              <a:gd name="T85" fmla="*/ 297 h 3222"/>
              <a:gd name="T86" fmla="*/ 1303 w 3642"/>
              <a:gd name="T87" fmla="*/ 465 h 3222"/>
              <a:gd name="T88" fmla="*/ 1418 w 3642"/>
              <a:gd name="T89" fmla="*/ 581 h 3222"/>
              <a:gd name="T90" fmla="*/ 1585 w 3642"/>
              <a:gd name="T91" fmla="*/ 567 h 3222"/>
              <a:gd name="T92" fmla="*/ 1679 w 3642"/>
              <a:gd name="T93" fmla="*/ 432 h 3222"/>
              <a:gd name="T94" fmla="*/ 1635 w 3642"/>
              <a:gd name="T95" fmla="*/ 270 h 3222"/>
              <a:gd name="T96" fmla="*/ 1486 w 3642"/>
              <a:gd name="T97" fmla="*/ 201 h 3222"/>
              <a:gd name="T98" fmla="*/ 877 w 3642"/>
              <a:gd name="T99" fmla="*/ 247 h 3222"/>
              <a:gd name="T100" fmla="*/ 808 w 3642"/>
              <a:gd name="T101" fmla="*/ 396 h 3222"/>
              <a:gd name="T102" fmla="*/ 877 w 3642"/>
              <a:gd name="T103" fmla="*/ 547 h 3222"/>
              <a:gd name="T104" fmla="*/ 1038 w 3642"/>
              <a:gd name="T105" fmla="*/ 591 h 3222"/>
              <a:gd name="T106" fmla="*/ 1173 w 3642"/>
              <a:gd name="T107" fmla="*/ 497 h 3222"/>
              <a:gd name="T108" fmla="*/ 1187 w 3642"/>
              <a:gd name="T109" fmla="*/ 329 h 3222"/>
              <a:gd name="T110" fmla="*/ 1072 w 3642"/>
              <a:gd name="T111" fmla="*/ 213 h 3222"/>
              <a:gd name="T112" fmla="*/ 1933 w 3642"/>
              <a:gd name="T113" fmla="*/ 1576 h 3222"/>
              <a:gd name="T114" fmla="*/ 1098 w 3642"/>
              <a:gd name="T115" fmla="*/ 1860 h 3222"/>
              <a:gd name="T116" fmla="*/ 1098 w 3642"/>
              <a:gd name="T117" fmla="*/ 2726 h 3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642" h="3222">
                <a:moveTo>
                  <a:pt x="300" y="2114"/>
                </a:moveTo>
                <a:lnTo>
                  <a:pt x="1098" y="2114"/>
                </a:lnTo>
                <a:lnTo>
                  <a:pt x="1098" y="2344"/>
                </a:lnTo>
                <a:lnTo>
                  <a:pt x="300" y="2344"/>
                </a:lnTo>
                <a:lnTo>
                  <a:pt x="300" y="2114"/>
                </a:lnTo>
                <a:close/>
                <a:moveTo>
                  <a:pt x="3508" y="1913"/>
                </a:moveTo>
                <a:lnTo>
                  <a:pt x="2445" y="2657"/>
                </a:lnTo>
                <a:lnTo>
                  <a:pt x="1366" y="1941"/>
                </a:lnTo>
                <a:lnTo>
                  <a:pt x="1366" y="3064"/>
                </a:lnTo>
                <a:lnTo>
                  <a:pt x="1370" y="3076"/>
                </a:lnTo>
                <a:lnTo>
                  <a:pt x="1378" y="3083"/>
                </a:lnTo>
                <a:lnTo>
                  <a:pt x="1389" y="3087"/>
                </a:lnTo>
                <a:lnTo>
                  <a:pt x="3485" y="3087"/>
                </a:lnTo>
                <a:lnTo>
                  <a:pt x="3497" y="3083"/>
                </a:lnTo>
                <a:lnTo>
                  <a:pt x="3506" y="3076"/>
                </a:lnTo>
                <a:lnTo>
                  <a:pt x="3508" y="3064"/>
                </a:lnTo>
                <a:lnTo>
                  <a:pt x="3508" y="1913"/>
                </a:lnTo>
                <a:close/>
                <a:moveTo>
                  <a:pt x="1483" y="1855"/>
                </a:moveTo>
                <a:lnTo>
                  <a:pt x="2443" y="2494"/>
                </a:lnTo>
                <a:lnTo>
                  <a:pt x="3353" y="1855"/>
                </a:lnTo>
                <a:lnTo>
                  <a:pt x="1483" y="1855"/>
                </a:lnTo>
                <a:close/>
                <a:moveTo>
                  <a:pt x="1389" y="1720"/>
                </a:moveTo>
                <a:lnTo>
                  <a:pt x="3485" y="1720"/>
                </a:lnTo>
                <a:lnTo>
                  <a:pt x="3517" y="1724"/>
                </a:lnTo>
                <a:lnTo>
                  <a:pt x="3547" y="1733"/>
                </a:lnTo>
                <a:lnTo>
                  <a:pt x="3573" y="1747"/>
                </a:lnTo>
                <a:lnTo>
                  <a:pt x="3596" y="1766"/>
                </a:lnTo>
                <a:lnTo>
                  <a:pt x="3615" y="1790"/>
                </a:lnTo>
                <a:lnTo>
                  <a:pt x="3630" y="1817"/>
                </a:lnTo>
                <a:lnTo>
                  <a:pt x="3639" y="1846"/>
                </a:lnTo>
                <a:lnTo>
                  <a:pt x="3642" y="1878"/>
                </a:lnTo>
                <a:lnTo>
                  <a:pt x="3642" y="3064"/>
                </a:lnTo>
                <a:lnTo>
                  <a:pt x="3639" y="3096"/>
                </a:lnTo>
                <a:lnTo>
                  <a:pt x="3630" y="3125"/>
                </a:lnTo>
                <a:lnTo>
                  <a:pt x="3615" y="3152"/>
                </a:lnTo>
                <a:lnTo>
                  <a:pt x="3596" y="3176"/>
                </a:lnTo>
                <a:lnTo>
                  <a:pt x="3573" y="3195"/>
                </a:lnTo>
                <a:lnTo>
                  <a:pt x="3547" y="3209"/>
                </a:lnTo>
                <a:lnTo>
                  <a:pt x="3517" y="3218"/>
                </a:lnTo>
                <a:lnTo>
                  <a:pt x="3485" y="3222"/>
                </a:lnTo>
                <a:lnTo>
                  <a:pt x="1389" y="3222"/>
                </a:lnTo>
                <a:lnTo>
                  <a:pt x="1357" y="3218"/>
                </a:lnTo>
                <a:lnTo>
                  <a:pt x="1328" y="3209"/>
                </a:lnTo>
                <a:lnTo>
                  <a:pt x="1301" y="3195"/>
                </a:lnTo>
                <a:lnTo>
                  <a:pt x="1278" y="3176"/>
                </a:lnTo>
                <a:lnTo>
                  <a:pt x="1259" y="3152"/>
                </a:lnTo>
                <a:lnTo>
                  <a:pt x="1244" y="3125"/>
                </a:lnTo>
                <a:lnTo>
                  <a:pt x="1235" y="3096"/>
                </a:lnTo>
                <a:lnTo>
                  <a:pt x="1232" y="3064"/>
                </a:lnTo>
                <a:lnTo>
                  <a:pt x="1232" y="1878"/>
                </a:lnTo>
                <a:lnTo>
                  <a:pt x="1235" y="1846"/>
                </a:lnTo>
                <a:lnTo>
                  <a:pt x="1244" y="1817"/>
                </a:lnTo>
                <a:lnTo>
                  <a:pt x="1259" y="1790"/>
                </a:lnTo>
                <a:lnTo>
                  <a:pt x="1278" y="1766"/>
                </a:lnTo>
                <a:lnTo>
                  <a:pt x="1301" y="1747"/>
                </a:lnTo>
                <a:lnTo>
                  <a:pt x="1328" y="1733"/>
                </a:lnTo>
                <a:lnTo>
                  <a:pt x="1357" y="1724"/>
                </a:lnTo>
                <a:lnTo>
                  <a:pt x="1389" y="1720"/>
                </a:lnTo>
                <a:close/>
                <a:moveTo>
                  <a:pt x="300" y="1508"/>
                </a:moveTo>
                <a:lnTo>
                  <a:pt x="1652" y="1508"/>
                </a:lnTo>
                <a:lnTo>
                  <a:pt x="1652" y="1576"/>
                </a:lnTo>
                <a:lnTo>
                  <a:pt x="1268" y="1576"/>
                </a:lnTo>
                <a:lnTo>
                  <a:pt x="1234" y="1580"/>
                </a:lnTo>
                <a:lnTo>
                  <a:pt x="1204" y="1589"/>
                </a:lnTo>
                <a:lnTo>
                  <a:pt x="1176" y="1603"/>
                </a:lnTo>
                <a:lnTo>
                  <a:pt x="1151" y="1623"/>
                </a:lnTo>
                <a:lnTo>
                  <a:pt x="1130" y="1647"/>
                </a:lnTo>
                <a:lnTo>
                  <a:pt x="1114" y="1675"/>
                </a:lnTo>
                <a:lnTo>
                  <a:pt x="1103" y="1706"/>
                </a:lnTo>
                <a:lnTo>
                  <a:pt x="1099" y="1738"/>
                </a:lnTo>
                <a:lnTo>
                  <a:pt x="300" y="1738"/>
                </a:lnTo>
                <a:lnTo>
                  <a:pt x="300" y="1508"/>
                </a:lnTo>
                <a:close/>
                <a:moveTo>
                  <a:pt x="1375" y="967"/>
                </a:moveTo>
                <a:lnTo>
                  <a:pt x="1375" y="1032"/>
                </a:lnTo>
                <a:lnTo>
                  <a:pt x="1560" y="1032"/>
                </a:lnTo>
                <a:lnTo>
                  <a:pt x="1560" y="967"/>
                </a:lnTo>
                <a:lnTo>
                  <a:pt x="1375" y="967"/>
                </a:lnTo>
                <a:close/>
                <a:moveTo>
                  <a:pt x="300" y="892"/>
                </a:moveTo>
                <a:lnTo>
                  <a:pt x="1652" y="892"/>
                </a:lnTo>
                <a:lnTo>
                  <a:pt x="1652" y="1123"/>
                </a:lnTo>
                <a:lnTo>
                  <a:pt x="300" y="1123"/>
                </a:lnTo>
                <a:lnTo>
                  <a:pt x="300" y="892"/>
                </a:lnTo>
                <a:close/>
                <a:moveTo>
                  <a:pt x="179" y="770"/>
                </a:moveTo>
                <a:lnTo>
                  <a:pt x="179" y="1246"/>
                </a:lnTo>
                <a:lnTo>
                  <a:pt x="1774" y="1246"/>
                </a:lnTo>
                <a:lnTo>
                  <a:pt x="1774" y="770"/>
                </a:lnTo>
                <a:lnTo>
                  <a:pt x="179" y="770"/>
                </a:lnTo>
                <a:close/>
                <a:moveTo>
                  <a:pt x="2492" y="707"/>
                </a:moveTo>
                <a:lnTo>
                  <a:pt x="2495" y="708"/>
                </a:lnTo>
                <a:lnTo>
                  <a:pt x="2500" y="709"/>
                </a:lnTo>
                <a:lnTo>
                  <a:pt x="2503" y="711"/>
                </a:lnTo>
                <a:lnTo>
                  <a:pt x="2509" y="717"/>
                </a:lnTo>
                <a:lnTo>
                  <a:pt x="2511" y="725"/>
                </a:lnTo>
                <a:lnTo>
                  <a:pt x="2509" y="733"/>
                </a:lnTo>
                <a:lnTo>
                  <a:pt x="2416" y="969"/>
                </a:lnTo>
                <a:lnTo>
                  <a:pt x="2536" y="969"/>
                </a:lnTo>
                <a:lnTo>
                  <a:pt x="2539" y="970"/>
                </a:lnTo>
                <a:lnTo>
                  <a:pt x="2549" y="970"/>
                </a:lnTo>
                <a:lnTo>
                  <a:pt x="2564" y="971"/>
                </a:lnTo>
                <a:lnTo>
                  <a:pt x="2564" y="970"/>
                </a:lnTo>
                <a:lnTo>
                  <a:pt x="2569" y="970"/>
                </a:lnTo>
                <a:lnTo>
                  <a:pt x="2583" y="970"/>
                </a:lnTo>
                <a:lnTo>
                  <a:pt x="2602" y="971"/>
                </a:lnTo>
                <a:lnTo>
                  <a:pt x="2628" y="973"/>
                </a:lnTo>
                <a:lnTo>
                  <a:pt x="2657" y="978"/>
                </a:lnTo>
                <a:lnTo>
                  <a:pt x="2690" y="984"/>
                </a:lnTo>
                <a:lnTo>
                  <a:pt x="2726" y="993"/>
                </a:lnTo>
                <a:lnTo>
                  <a:pt x="2765" y="1005"/>
                </a:lnTo>
                <a:lnTo>
                  <a:pt x="2806" y="1021"/>
                </a:lnTo>
                <a:lnTo>
                  <a:pt x="2847" y="1040"/>
                </a:lnTo>
                <a:lnTo>
                  <a:pt x="2887" y="1063"/>
                </a:lnTo>
                <a:lnTo>
                  <a:pt x="2928" y="1093"/>
                </a:lnTo>
                <a:lnTo>
                  <a:pt x="2966" y="1126"/>
                </a:lnTo>
                <a:lnTo>
                  <a:pt x="3002" y="1165"/>
                </a:lnTo>
                <a:lnTo>
                  <a:pt x="3032" y="1206"/>
                </a:lnTo>
                <a:lnTo>
                  <a:pt x="3058" y="1251"/>
                </a:lnTo>
                <a:lnTo>
                  <a:pt x="3079" y="1298"/>
                </a:lnTo>
                <a:lnTo>
                  <a:pt x="3095" y="1350"/>
                </a:lnTo>
                <a:lnTo>
                  <a:pt x="3107" y="1404"/>
                </a:lnTo>
                <a:lnTo>
                  <a:pt x="3114" y="1462"/>
                </a:lnTo>
                <a:lnTo>
                  <a:pt x="3116" y="1522"/>
                </a:lnTo>
                <a:lnTo>
                  <a:pt x="2891" y="1522"/>
                </a:lnTo>
                <a:lnTo>
                  <a:pt x="2888" y="1473"/>
                </a:lnTo>
                <a:lnTo>
                  <a:pt x="2882" y="1428"/>
                </a:lnTo>
                <a:lnTo>
                  <a:pt x="2871" y="1386"/>
                </a:lnTo>
                <a:lnTo>
                  <a:pt x="2854" y="1350"/>
                </a:lnTo>
                <a:lnTo>
                  <a:pt x="2834" y="1316"/>
                </a:lnTo>
                <a:lnTo>
                  <a:pt x="2808" y="1287"/>
                </a:lnTo>
                <a:lnTo>
                  <a:pt x="2781" y="1265"/>
                </a:lnTo>
                <a:lnTo>
                  <a:pt x="2752" y="1246"/>
                </a:lnTo>
                <a:lnTo>
                  <a:pt x="2722" y="1230"/>
                </a:lnTo>
                <a:lnTo>
                  <a:pt x="2691" y="1219"/>
                </a:lnTo>
                <a:lnTo>
                  <a:pt x="2663" y="1210"/>
                </a:lnTo>
                <a:lnTo>
                  <a:pt x="2636" y="1204"/>
                </a:lnTo>
                <a:lnTo>
                  <a:pt x="2613" y="1199"/>
                </a:lnTo>
                <a:lnTo>
                  <a:pt x="2593" y="1197"/>
                </a:lnTo>
                <a:lnTo>
                  <a:pt x="2578" y="1196"/>
                </a:lnTo>
                <a:lnTo>
                  <a:pt x="2416" y="1196"/>
                </a:lnTo>
                <a:lnTo>
                  <a:pt x="2509" y="1432"/>
                </a:lnTo>
                <a:lnTo>
                  <a:pt x="2511" y="1441"/>
                </a:lnTo>
                <a:lnTo>
                  <a:pt x="2509" y="1448"/>
                </a:lnTo>
                <a:lnTo>
                  <a:pt x="2503" y="1455"/>
                </a:lnTo>
                <a:lnTo>
                  <a:pt x="2495" y="1458"/>
                </a:lnTo>
                <a:lnTo>
                  <a:pt x="2488" y="1458"/>
                </a:lnTo>
                <a:lnTo>
                  <a:pt x="2480" y="1455"/>
                </a:lnTo>
                <a:lnTo>
                  <a:pt x="2018" y="1098"/>
                </a:lnTo>
                <a:lnTo>
                  <a:pt x="2015" y="1095"/>
                </a:lnTo>
                <a:lnTo>
                  <a:pt x="2013" y="1091"/>
                </a:lnTo>
                <a:lnTo>
                  <a:pt x="2012" y="1087"/>
                </a:lnTo>
                <a:lnTo>
                  <a:pt x="2010" y="1082"/>
                </a:lnTo>
                <a:lnTo>
                  <a:pt x="2012" y="1078"/>
                </a:lnTo>
                <a:lnTo>
                  <a:pt x="2013" y="1075"/>
                </a:lnTo>
                <a:lnTo>
                  <a:pt x="2015" y="1071"/>
                </a:lnTo>
                <a:lnTo>
                  <a:pt x="2018" y="1068"/>
                </a:lnTo>
                <a:lnTo>
                  <a:pt x="2480" y="711"/>
                </a:lnTo>
                <a:lnTo>
                  <a:pt x="2484" y="709"/>
                </a:lnTo>
                <a:lnTo>
                  <a:pt x="2488" y="708"/>
                </a:lnTo>
                <a:lnTo>
                  <a:pt x="2492" y="707"/>
                </a:lnTo>
                <a:close/>
                <a:moveTo>
                  <a:pt x="1486" y="322"/>
                </a:moveTo>
                <a:lnTo>
                  <a:pt x="1505" y="326"/>
                </a:lnTo>
                <a:lnTo>
                  <a:pt x="1523" y="332"/>
                </a:lnTo>
                <a:lnTo>
                  <a:pt x="1539" y="345"/>
                </a:lnTo>
                <a:lnTo>
                  <a:pt x="1550" y="359"/>
                </a:lnTo>
                <a:lnTo>
                  <a:pt x="1558" y="377"/>
                </a:lnTo>
                <a:lnTo>
                  <a:pt x="1560" y="396"/>
                </a:lnTo>
                <a:lnTo>
                  <a:pt x="1558" y="417"/>
                </a:lnTo>
                <a:lnTo>
                  <a:pt x="1550" y="435"/>
                </a:lnTo>
                <a:lnTo>
                  <a:pt x="1539" y="449"/>
                </a:lnTo>
                <a:lnTo>
                  <a:pt x="1523" y="462"/>
                </a:lnTo>
                <a:lnTo>
                  <a:pt x="1505" y="468"/>
                </a:lnTo>
                <a:lnTo>
                  <a:pt x="1486" y="472"/>
                </a:lnTo>
                <a:lnTo>
                  <a:pt x="1466" y="468"/>
                </a:lnTo>
                <a:lnTo>
                  <a:pt x="1448" y="462"/>
                </a:lnTo>
                <a:lnTo>
                  <a:pt x="1434" y="449"/>
                </a:lnTo>
                <a:lnTo>
                  <a:pt x="1421" y="435"/>
                </a:lnTo>
                <a:lnTo>
                  <a:pt x="1415" y="417"/>
                </a:lnTo>
                <a:lnTo>
                  <a:pt x="1411" y="396"/>
                </a:lnTo>
                <a:lnTo>
                  <a:pt x="1415" y="377"/>
                </a:lnTo>
                <a:lnTo>
                  <a:pt x="1421" y="359"/>
                </a:lnTo>
                <a:lnTo>
                  <a:pt x="1434" y="345"/>
                </a:lnTo>
                <a:lnTo>
                  <a:pt x="1448" y="332"/>
                </a:lnTo>
                <a:lnTo>
                  <a:pt x="1466" y="326"/>
                </a:lnTo>
                <a:lnTo>
                  <a:pt x="1486" y="322"/>
                </a:lnTo>
                <a:close/>
                <a:moveTo>
                  <a:pt x="1004" y="322"/>
                </a:moveTo>
                <a:lnTo>
                  <a:pt x="1024" y="326"/>
                </a:lnTo>
                <a:lnTo>
                  <a:pt x="1040" y="332"/>
                </a:lnTo>
                <a:lnTo>
                  <a:pt x="1056" y="345"/>
                </a:lnTo>
                <a:lnTo>
                  <a:pt x="1067" y="359"/>
                </a:lnTo>
                <a:lnTo>
                  <a:pt x="1075" y="377"/>
                </a:lnTo>
                <a:lnTo>
                  <a:pt x="1077" y="396"/>
                </a:lnTo>
                <a:lnTo>
                  <a:pt x="1075" y="417"/>
                </a:lnTo>
                <a:lnTo>
                  <a:pt x="1067" y="435"/>
                </a:lnTo>
                <a:lnTo>
                  <a:pt x="1056" y="449"/>
                </a:lnTo>
                <a:lnTo>
                  <a:pt x="1040" y="462"/>
                </a:lnTo>
                <a:lnTo>
                  <a:pt x="1024" y="468"/>
                </a:lnTo>
                <a:lnTo>
                  <a:pt x="1004" y="472"/>
                </a:lnTo>
                <a:lnTo>
                  <a:pt x="983" y="468"/>
                </a:lnTo>
                <a:lnTo>
                  <a:pt x="967" y="462"/>
                </a:lnTo>
                <a:lnTo>
                  <a:pt x="951" y="449"/>
                </a:lnTo>
                <a:lnTo>
                  <a:pt x="940" y="435"/>
                </a:lnTo>
                <a:lnTo>
                  <a:pt x="932" y="417"/>
                </a:lnTo>
                <a:lnTo>
                  <a:pt x="930" y="396"/>
                </a:lnTo>
                <a:lnTo>
                  <a:pt x="932" y="377"/>
                </a:lnTo>
                <a:lnTo>
                  <a:pt x="940" y="359"/>
                </a:lnTo>
                <a:lnTo>
                  <a:pt x="951" y="345"/>
                </a:lnTo>
                <a:lnTo>
                  <a:pt x="967" y="332"/>
                </a:lnTo>
                <a:lnTo>
                  <a:pt x="983" y="326"/>
                </a:lnTo>
                <a:lnTo>
                  <a:pt x="1004" y="322"/>
                </a:lnTo>
                <a:close/>
                <a:moveTo>
                  <a:pt x="1486" y="201"/>
                </a:moveTo>
                <a:lnTo>
                  <a:pt x="1450" y="203"/>
                </a:lnTo>
                <a:lnTo>
                  <a:pt x="1418" y="213"/>
                </a:lnTo>
                <a:lnTo>
                  <a:pt x="1387" y="228"/>
                </a:lnTo>
                <a:lnTo>
                  <a:pt x="1360" y="247"/>
                </a:lnTo>
                <a:lnTo>
                  <a:pt x="1336" y="270"/>
                </a:lnTo>
                <a:lnTo>
                  <a:pt x="1316" y="297"/>
                </a:lnTo>
                <a:lnTo>
                  <a:pt x="1303" y="329"/>
                </a:lnTo>
                <a:lnTo>
                  <a:pt x="1292" y="362"/>
                </a:lnTo>
                <a:lnTo>
                  <a:pt x="1290" y="396"/>
                </a:lnTo>
                <a:lnTo>
                  <a:pt x="1292" y="432"/>
                </a:lnTo>
                <a:lnTo>
                  <a:pt x="1303" y="465"/>
                </a:lnTo>
                <a:lnTo>
                  <a:pt x="1316" y="497"/>
                </a:lnTo>
                <a:lnTo>
                  <a:pt x="1336" y="523"/>
                </a:lnTo>
                <a:lnTo>
                  <a:pt x="1360" y="547"/>
                </a:lnTo>
                <a:lnTo>
                  <a:pt x="1387" y="567"/>
                </a:lnTo>
                <a:lnTo>
                  <a:pt x="1418" y="581"/>
                </a:lnTo>
                <a:lnTo>
                  <a:pt x="1450" y="591"/>
                </a:lnTo>
                <a:lnTo>
                  <a:pt x="1486" y="593"/>
                </a:lnTo>
                <a:lnTo>
                  <a:pt x="1521" y="591"/>
                </a:lnTo>
                <a:lnTo>
                  <a:pt x="1555" y="581"/>
                </a:lnTo>
                <a:lnTo>
                  <a:pt x="1585" y="567"/>
                </a:lnTo>
                <a:lnTo>
                  <a:pt x="1612" y="547"/>
                </a:lnTo>
                <a:lnTo>
                  <a:pt x="1635" y="523"/>
                </a:lnTo>
                <a:lnTo>
                  <a:pt x="1655" y="497"/>
                </a:lnTo>
                <a:lnTo>
                  <a:pt x="1670" y="465"/>
                </a:lnTo>
                <a:lnTo>
                  <a:pt x="1679" y="432"/>
                </a:lnTo>
                <a:lnTo>
                  <a:pt x="1682" y="396"/>
                </a:lnTo>
                <a:lnTo>
                  <a:pt x="1679" y="362"/>
                </a:lnTo>
                <a:lnTo>
                  <a:pt x="1670" y="329"/>
                </a:lnTo>
                <a:lnTo>
                  <a:pt x="1655" y="297"/>
                </a:lnTo>
                <a:lnTo>
                  <a:pt x="1635" y="270"/>
                </a:lnTo>
                <a:lnTo>
                  <a:pt x="1612" y="247"/>
                </a:lnTo>
                <a:lnTo>
                  <a:pt x="1585" y="228"/>
                </a:lnTo>
                <a:lnTo>
                  <a:pt x="1555" y="213"/>
                </a:lnTo>
                <a:lnTo>
                  <a:pt x="1521" y="203"/>
                </a:lnTo>
                <a:lnTo>
                  <a:pt x="1486" y="201"/>
                </a:lnTo>
                <a:close/>
                <a:moveTo>
                  <a:pt x="1004" y="201"/>
                </a:moveTo>
                <a:lnTo>
                  <a:pt x="968" y="203"/>
                </a:lnTo>
                <a:lnTo>
                  <a:pt x="935" y="213"/>
                </a:lnTo>
                <a:lnTo>
                  <a:pt x="905" y="228"/>
                </a:lnTo>
                <a:lnTo>
                  <a:pt x="877" y="247"/>
                </a:lnTo>
                <a:lnTo>
                  <a:pt x="853" y="270"/>
                </a:lnTo>
                <a:lnTo>
                  <a:pt x="834" y="297"/>
                </a:lnTo>
                <a:lnTo>
                  <a:pt x="820" y="329"/>
                </a:lnTo>
                <a:lnTo>
                  <a:pt x="811" y="362"/>
                </a:lnTo>
                <a:lnTo>
                  <a:pt x="808" y="396"/>
                </a:lnTo>
                <a:lnTo>
                  <a:pt x="811" y="432"/>
                </a:lnTo>
                <a:lnTo>
                  <a:pt x="820" y="465"/>
                </a:lnTo>
                <a:lnTo>
                  <a:pt x="834" y="497"/>
                </a:lnTo>
                <a:lnTo>
                  <a:pt x="853" y="523"/>
                </a:lnTo>
                <a:lnTo>
                  <a:pt x="877" y="547"/>
                </a:lnTo>
                <a:lnTo>
                  <a:pt x="905" y="567"/>
                </a:lnTo>
                <a:lnTo>
                  <a:pt x="935" y="581"/>
                </a:lnTo>
                <a:lnTo>
                  <a:pt x="968" y="591"/>
                </a:lnTo>
                <a:lnTo>
                  <a:pt x="1004" y="593"/>
                </a:lnTo>
                <a:lnTo>
                  <a:pt x="1038" y="591"/>
                </a:lnTo>
                <a:lnTo>
                  <a:pt x="1072" y="581"/>
                </a:lnTo>
                <a:lnTo>
                  <a:pt x="1102" y="567"/>
                </a:lnTo>
                <a:lnTo>
                  <a:pt x="1130" y="547"/>
                </a:lnTo>
                <a:lnTo>
                  <a:pt x="1154" y="523"/>
                </a:lnTo>
                <a:lnTo>
                  <a:pt x="1173" y="497"/>
                </a:lnTo>
                <a:lnTo>
                  <a:pt x="1187" y="465"/>
                </a:lnTo>
                <a:lnTo>
                  <a:pt x="1196" y="432"/>
                </a:lnTo>
                <a:lnTo>
                  <a:pt x="1200" y="396"/>
                </a:lnTo>
                <a:lnTo>
                  <a:pt x="1196" y="362"/>
                </a:lnTo>
                <a:lnTo>
                  <a:pt x="1187" y="329"/>
                </a:lnTo>
                <a:lnTo>
                  <a:pt x="1173" y="297"/>
                </a:lnTo>
                <a:lnTo>
                  <a:pt x="1154" y="270"/>
                </a:lnTo>
                <a:lnTo>
                  <a:pt x="1130" y="247"/>
                </a:lnTo>
                <a:lnTo>
                  <a:pt x="1102" y="228"/>
                </a:lnTo>
                <a:lnTo>
                  <a:pt x="1072" y="213"/>
                </a:lnTo>
                <a:lnTo>
                  <a:pt x="1038" y="203"/>
                </a:lnTo>
                <a:lnTo>
                  <a:pt x="1004" y="201"/>
                </a:lnTo>
                <a:close/>
                <a:moveTo>
                  <a:pt x="0" y="0"/>
                </a:moveTo>
                <a:lnTo>
                  <a:pt x="1933" y="2"/>
                </a:lnTo>
                <a:lnTo>
                  <a:pt x="1933" y="1576"/>
                </a:lnTo>
                <a:lnTo>
                  <a:pt x="1774" y="1576"/>
                </a:lnTo>
                <a:lnTo>
                  <a:pt x="1774" y="1385"/>
                </a:lnTo>
                <a:lnTo>
                  <a:pt x="179" y="1385"/>
                </a:lnTo>
                <a:lnTo>
                  <a:pt x="179" y="1860"/>
                </a:lnTo>
                <a:lnTo>
                  <a:pt x="1098" y="1860"/>
                </a:lnTo>
                <a:lnTo>
                  <a:pt x="1098" y="1991"/>
                </a:lnTo>
                <a:lnTo>
                  <a:pt x="179" y="1991"/>
                </a:lnTo>
                <a:lnTo>
                  <a:pt x="179" y="2467"/>
                </a:lnTo>
                <a:lnTo>
                  <a:pt x="1098" y="2467"/>
                </a:lnTo>
                <a:lnTo>
                  <a:pt x="109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26"/>
            <a:endParaRPr lang="en-US" sz="1799">
              <a:solidFill>
                <a:prstClr val="black"/>
              </a:solidFill>
            </a:endParaRPr>
          </a:p>
        </p:txBody>
      </p:sp>
      <p:sp>
        <p:nvSpPr>
          <p:cNvPr id="49" name="Freeform 17"/>
          <p:cNvSpPr>
            <a:spLocks noEditPoints="1"/>
          </p:cNvSpPr>
          <p:nvPr/>
        </p:nvSpPr>
        <p:spPr bwMode="auto">
          <a:xfrm>
            <a:off x="5262608" y="3446798"/>
            <a:ext cx="260282" cy="314243"/>
          </a:xfrm>
          <a:custGeom>
            <a:avLst/>
            <a:gdLst>
              <a:gd name="T0" fmla="*/ 1828 w 2787"/>
              <a:gd name="T1" fmla="*/ 1485 h 3365"/>
              <a:gd name="T2" fmla="*/ 1228 w 2787"/>
              <a:gd name="T3" fmla="*/ 2079 h 3365"/>
              <a:gd name="T4" fmla="*/ 1051 w 2787"/>
              <a:gd name="T5" fmla="*/ 1923 h 3365"/>
              <a:gd name="T6" fmla="*/ 1025 w 2787"/>
              <a:gd name="T7" fmla="*/ 1918 h 3365"/>
              <a:gd name="T8" fmla="*/ 998 w 2787"/>
              <a:gd name="T9" fmla="*/ 1926 h 3365"/>
              <a:gd name="T10" fmla="*/ 846 w 2787"/>
              <a:gd name="T11" fmla="*/ 2096 h 3365"/>
              <a:gd name="T12" fmla="*/ 834 w 2787"/>
              <a:gd name="T13" fmla="*/ 2120 h 3365"/>
              <a:gd name="T14" fmla="*/ 835 w 2787"/>
              <a:gd name="T15" fmla="*/ 2148 h 3365"/>
              <a:gd name="T16" fmla="*/ 850 w 2787"/>
              <a:gd name="T17" fmla="*/ 2171 h 3365"/>
              <a:gd name="T18" fmla="*/ 1217 w 2787"/>
              <a:gd name="T19" fmla="*/ 2495 h 3365"/>
              <a:gd name="T20" fmla="*/ 1249 w 2787"/>
              <a:gd name="T21" fmla="*/ 2498 h 3365"/>
              <a:gd name="T22" fmla="*/ 1276 w 2787"/>
              <a:gd name="T23" fmla="*/ 2484 h 3365"/>
              <a:gd name="T24" fmla="*/ 2048 w 2787"/>
              <a:gd name="T25" fmla="*/ 1711 h 3365"/>
              <a:gd name="T26" fmla="*/ 2055 w 2787"/>
              <a:gd name="T27" fmla="*/ 1685 h 3365"/>
              <a:gd name="T28" fmla="*/ 2048 w 2787"/>
              <a:gd name="T29" fmla="*/ 1658 h 3365"/>
              <a:gd name="T30" fmla="*/ 1890 w 2787"/>
              <a:gd name="T31" fmla="*/ 1495 h 3365"/>
              <a:gd name="T32" fmla="*/ 1860 w 2787"/>
              <a:gd name="T33" fmla="*/ 1479 h 3365"/>
              <a:gd name="T34" fmla="*/ 1018 w 2787"/>
              <a:gd name="T35" fmla="*/ 283 h 3365"/>
              <a:gd name="T36" fmla="*/ 990 w 2787"/>
              <a:gd name="T37" fmla="*/ 292 h 3365"/>
              <a:gd name="T38" fmla="*/ 974 w 2787"/>
              <a:gd name="T39" fmla="*/ 315 h 3365"/>
              <a:gd name="T40" fmla="*/ 971 w 2787"/>
              <a:gd name="T41" fmla="*/ 709 h 3365"/>
              <a:gd name="T42" fmla="*/ 1816 w 2787"/>
              <a:gd name="T43" fmla="*/ 330 h 3365"/>
              <a:gd name="T44" fmla="*/ 1807 w 2787"/>
              <a:gd name="T45" fmla="*/ 303 h 3365"/>
              <a:gd name="T46" fmla="*/ 1783 w 2787"/>
              <a:gd name="T47" fmla="*/ 285 h 3365"/>
              <a:gd name="T48" fmla="*/ 1018 w 2787"/>
              <a:gd name="T49" fmla="*/ 283 h 3365"/>
              <a:gd name="T50" fmla="*/ 1769 w 2787"/>
              <a:gd name="T51" fmla="*/ 0 h 3365"/>
              <a:gd name="T52" fmla="*/ 1856 w 2787"/>
              <a:gd name="T53" fmla="*/ 13 h 3365"/>
              <a:gd name="T54" fmla="*/ 1935 w 2787"/>
              <a:gd name="T55" fmla="*/ 45 h 3365"/>
              <a:gd name="T56" fmla="*/ 2001 w 2787"/>
              <a:gd name="T57" fmla="*/ 97 h 3365"/>
              <a:gd name="T58" fmla="*/ 2053 w 2787"/>
              <a:gd name="T59" fmla="*/ 164 h 3365"/>
              <a:gd name="T60" fmla="*/ 2086 w 2787"/>
              <a:gd name="T61" fmla="*/ 242 h 3365"/>
              <a:gd name="T62" fmla="*/ 2098 w 2787"/>
              <a:gd name="T63" fmla="*/ 330 h 3365"/>
              <a:gd name="T64" fmla="*/ 2534 w 2787"/>
              <a:gd name="T65" fmla="*/ 709 h 3365"/>
              <a:gd name="T66" fmla="*/ 2587 w 2787"/>
              <a:gd name="T67" fmla="*/ 719 h 3365"/>
              <a:gd name="T68" fmla="*/ 2631 w 2787"/>
              <a:gd name="T69" fmla="*/ 748 h 3365"/>
              <a:gd name="T70" fmla="*/ 2661 w 2787"/>
              <a:gd name="T71" fmla="*/ 790 h 3365"/>
              <a:gd name="T72" fmla="*/ 2675 w 2787"/>
              <a:gd name="T73" fmla="*/ 843 h 3365"/>
              <a:gd name="T74" fmla="*/ 2787 w 2787"/>
              <a:gd name="T75" fmla="*/ 3240 h 3365"/>
              <a:gd name="T76" fmla="*/ 2775 w 2787"/>
              <a:gd name="T77" fmla="*/ 3283 h 3365"/>
              <a:gd name="T78" fmla="*/ 2748 w 2787"/>
              <a:gd name="T79" fmla="*/ 3321 h 3365"/>
              <a:gd name="T80" fmla="*/ 2712 w 2787"/>
              <a:gd name="T81" fmla="*/ 3348 h 3365"/>
              <a:gd name="T82" fmla="*/ 2670 w 2787"/>
              <a:gd name="T83" fmla="*/ 3363 h 3365"/>
              <a:gd name="T84" fmla="*/ 140 w 2787"/>
              <a:gd name="T85" fmla="*/ 3365 h 3365"/>
              <a:gd name="T86" fmla="*/ 95 w 2787"/>
              <a:gd name="T87" fmla="*/ 3357 h 3365"/>
              <a:gd name="T88" fmla="*/ 55 w 2787"/>
              <a:gd name="T89" fmla="*/ 3336 h 3365"/>
              <a:gd name="T90" fmla="*/ 23 w 2787"/>
              <a:gd name="T91" fmla="*/ 3302 h 3365"/>
              <a:gd name="T92" fmla="*/ 5 w 2787"/>
              <a:gd name="T93" fmla="*/ 3261 h 3365"/>
              <a:gd name="T94" fmla="*/ 0 w 2787"/>
              <a:gd name="T95" fmla="*/ 3216 h 3365"/>
              <a:gd name="T96" fmla="*/ 116 w 2787"/>
              <a:gd name="T97" fmla="*/ 815 h 3365"/>
              <a:gd name="T98" fmla="*/ 139 w 2787"/>
              <a:gd name="T99" fmla="*/ 767 h 3365"/>
              <a:gd name="T100" fmla="*/ 177 w 2787"/>
              <a:gd name="T101" fmla="*/ 731 h 3365"/>
              <a:gd name="T102" fmla="*/ 226 w 2787"/>
              <a:gd name="T103" fmla="*/ 711 h 3365"/>
              <a:gd name="T104" fmla="*/ 689 w 2787"/>
              <a:gd name="T105" fmla="*/ 709 h 3365"/>
              <a:gd name="T106" fmla="*/ 692 w 2787"/>
              <a:gd name="T107" fmla="*/ 285 h 3365"/>
              <a:gd name="T108" fmla="*/ 716 w 2787"/>
              <a:gd name="T109" fmla="*/ 202 h 3365"/>
              <a:gd name="T110" fmla="*/ 759 w 2787"/>
              <a:gd name="T111" fmla="*/ 128 h 3365"/>
              <a:gd name="T112" fmla="*/ 818 w 2787"/>
              <a:gd name="T113" fmla="*/ 69 h 3365"/>
              <a:gd name="T114" fmla="*/ 890 w 2787"/>
              <a:gd name="T115" fmla="*/ 26 h 3365"/>
              <a:gd name="T116" fmla="*/ 974 w 2787"/>
              <a:gd name="T117" fmla="*/ 3 h 3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787" h="3365">
                <a:moveTo>
                  <a:pt x="1844" y="1479"/>
                </a:moveTo>
                <a:lnTo>
                  <a:pt x="1828" y="1485"/>
                </a:lnTo>
                <a:lnTo>
                  <a:pt x="1814" y="1495"/>
                </a:lnTo>
                <a:lnTo>
                  <a:pt x="1228" y="2079"/>
                </a:lnTo>
                <a:lnTo>
                  <a:pt x="1064" y="1932"/>
                </a:lnTo>
                <a:lnTo>
                  <a:pt x="1051" y="1923"/>
                </a:lnTo>
                <a:lnTo>
                  <a:pt x="1039" y="1919"/>
                </a:lnTo>
                <a:lnTo>
                  <a:pt x="1025" y="1918"/>
                </a:lnTo>
                <a:lnTo>
                  <a:pt x="1012" y="1920"/>
                </a:lnTo>
                <a:lnTo>
                  <a:pt x="998" y="1926"/>
                </a:lnTo>
                <a:lnTo>
                  <a:pt x="988" y="1936"/>
                </a:lnTo>
                <a:lnTo>
                  <a:pt x="846" y="2096"/>
                </a:lnTo>
                <a:lnTo>
                  <a:pt x="838" y="2108"/>
                </a:lnTo>
                <a:lnTo>
                  <a:pt x="834" y="2120"/>
                </a:lnTo>
                <a:lnTo>
                  <a:pt x="833" y="2135"/>
                </a:lnTo>
                <a:lnTo>
                  <a:pt x="835" y="2148"/>
                </a:lnTo>
                <a:lnTo>
                  <a:pt x="841" y="2160"/>
                </a:lnTo>
                <a:lnTo>
                  <a:pt x="850" y="2171"/>
                </a:lnTo>
                <a:lnTo>
                  <a:pt x="1204" y="2486"/>
                </a:lnTo>
                <a:lnTo>
                  <a:pt x="1217" y="2495"/>
                </a:lnTo>
                <a:lnTo>
                  <a:pt x="1233" y="2500"/>
                </a:lnTo>
                <a:lnTo>
                  <a:pt x="1249" y="2498"/>
                </a:lnTo>
                <a:lnTo>
                  <a:pt x="1263" y="2493"/>
                </a:lnTo>
                <a:lnTo>
                  <a:pt x="1276" y="2484"/>
                </a:lnTo>
                <a:lnTo>
                  <a:pt x="2040" y="1722"/>
                </a:lnTo>
                <a:lnTo>
                  <a:pt x="2048" y="1711"/>
                </a:lnTo>
                <a:lnTo>
                  <a:pt x="2054" y="1699"/>
                </a:lnTo>
                <a:lnTo>
                  <a:pt x="2055" y="1685"/>
                </a:lnTo>
                <a:lnTo>
                  <a:pt x="2054" y="1671"/>
                </a:lnTo>
                <a:lnTo>
                  <a:pt x="2048" y="1658"/>
                </a:lnTo>
                <a:lnTo>
                  <a:pt x="2040" y="1647"/>
                </a:lnTo>
                <a:lnTo>
                  <a:pt x="1890" y="1495"/>
                </a:lnTo>
                <a:lnTo>
                  <a:pt x="1876" y="1485"/>
                </a:lnTo>
                <a:lnTo>
                  <a:pt x="1860" y="1479"/>
                </a:lnTo>
                <a:lnTo>
                  <a:pt x="1844" y="1479"/>
                </a:lnTo>
                <a:close/>
                <a:moveTo>
                  <a:pt x="1018" y="283"/>
                </a:moveTo>
                <a:lnTo>
                  <a:pt x="1004" y="285"/>
                </a:lnTo>
                <a:lnTo>
                  <a:pt x="990" y="292"/>
                </a:lnTo>
                <a:lnTo>
                  <a:pt x="980" y="303"/>
                </a:lnTo>
                <a:lnTo>
                  <a:pt x="974" y="315"/>
                </a:lnTo>
                <a:lnTo>
                  <a:pt x="971" y="330"/>
                </a:lnTo>
                <a:lnTo>
                  <a:pt x="971" y="709"/>
                </a:lnTo>
                <a:lnTo>
                  <a:pt x="1816" y="709"/>
                </a:lnTo>
                <a:lnTo>
                  <a:pt x="1816" y="330"/>
                </a:lnTo>
                <a:lnTo>
                  <a:pt x="1813" y="315"/>
                </a:lnTo>
                <a:lnTo>
                  <a:pt x="1807" y="303"/>
                </a:lnTo>
                <a:lnTo>
                  <a:pt x="1797" y="292"/>
                </a:lnTo>
                <a:lnTo>
                  <a:pt x="1783" y="285"/>
                </a:lnTo>
                <a:lnTo>
                  <a:pt x="1769" y="283"/>
                </a:lnTo>
                <a:lnTo>
                  <a:pt x="1018" y="283"/>
                </a:lnTo>
                <a:close/>
                <a:moveTo>
                  <a:pt x="1018" y="0"/>
                </a:moveTo>
                <a:lnTo>
                  <a:pt x="1769" y="0"/>
                </a:lnTo>
                <a:lnTo>
                  <a:pt x="1813" y="3"/>
                </a:lnTo>
                <a:lnTo>
                  <a:pt x="1856" y="13"/>
                </a:lnTo>
                <a:lnTo>
                  <a:pt x="1897" y="26"/>
                </a:lnTo>
                <a:lnTo>
                  <a:pt x="1935" y="45"/>
                </a:lnTo>
                <a:lnTo>
                  <a:pt x="1969" y="69"/>
                </a:lnTo>
                <a:lnTo>
                  <a:pt x="2001" y="97"/>
                </a:lnTo>
                <a:lnTo>
                  <a:pt x="2028" y="128"/>
                </a:lnTo>
                <a:lnTo>
                  <a:pt x="2053" y="164"/>
                </a:lnTo>
                <a:lnTo>
                  <a:pt x="2071" y="202"/>
                </a:lnTo>
                <a:lnTo>
                  <a:pt x="2086" y="242"/>
                </a:lnTo>
                <a:lnTo>
                  <a:pt x="2095" y="285"/>
                </a:lnTo>
                <a:lnTo>
                  <a:pt x="2098" y="330"/>
                </a:lnTo>
                <a:lnTo>
                  <a:pt x="2098" y="709"/>
                </a:lnTo>
                <a:lnTo>
                  <a:pt x="2534" y="709"/>
                </a:lnTo>
                <a:lnTo>
                  <a:pt x="2561" y="711"/>
                </a:lnTo>
                <a:lnTo>
                  <a:pt x="2587" y="719"/>
                </a:lnTo>
                <a:lnTo>
                  <a:pt x="2610" y="731"/>
                </a:lnTo>
                <a:lnTo>
                  <a:pt x="2631" y="748"/>
                </a:lnTo>
                <a:lnTo>
                  <a:pt x="2648" y="767"/>
                </a:lnTo>
                <a:lnTo>
                  <a:pt x="2661" y="790"/>
                </a:lnTo>
                <a:lnTo>
                  <a:pt x="2671" y="815"/>
                </a:lnTo>
                <a:lnTo>
                  <a:pt x="2675" y="843"/>
                </a:lnTo>
                <a:lnTo>
                  <a:pt x="2787" y="3216"/>
                </a:lnTo>
                <a:lnTo>
                  <a:pt x="2787" y="3240"/>
                </a:lnTo>
                <a:lnTo>
                  <a:pt x="2782" y="3261"/>
                </a:lnTo>
                <a:lnTo>
                  <a:pt x="2775" y="3283"/>
                </a:lnTo>
                <a:lnTo>
                  <a:pt x="2763" y="3302"/>
                </a:lnTo>
                <a:lnTo>
                  <a:pt x="2748" y="3321"/>
                </a:lnTo>
                <a:lnTo>
                  <a:pt x="2732" y="3336"/>
                </a:lnTo>
                <a:lnTo>
                  <a:pt x="2712" y="3348"/>
                </a:lnTo>
                <a:lnTo>
                  <a:pt x="2692" y="3357"/>
                </a:lnTo>
                <a:lnTo>
                  <a:pt x="2670" y="3363"/>
                </a:lnTo>
                <a:lnTo>
                  <a:pt x="2647" y="3365"/>
                </a:lnTo>
                <a:lnTo>
                  <a:pt x="140" y="3365"/>
                </a:lnTo>
                <a:lnTo>
                  <a:pt x="117" y="3363"/>
                </a:lnTo>
                <a:lnTo>
                  <a:pt x="95" y="3357"/>
                </a:lnTo>
                <a:lnTo>
                  <a:pt x="75" y="3348"/>
                </a:lnTo>
                <a:lnTo>
                  <a:pt x="55" y="3336"/>
                </a:lnTo>
                <a:lnTo>
                  <a:pt x="39" y="3321"/>
                </a:lnTo>
                <a:lnTo>
                  <a:pt x="23" y="3302"/>
                </a:lnTo>
                <a:lnTo>
                  <a:pt x="12" y="3283"/>
                </a:lnTo>
                <a:lnTo>
                  <a:pt x="5" y="3261"/>
                </a:lnTo>
                <a:lnTo>
                  <a:pt x="0" y="3240"/>
                </a:lnTo>
                <a:lnTo>
                  <a:pt x="0" y="3216"/>
                </a:lnTo>
                <a:lnTo>
                  <a:pt x="112" y="843"/>
                </a:lnTo>
                <a:lnTo>
                  <a:pt x="116" y="815"/>
                </a:lnTo>
                <a:lnTo>
                  <a:pt x="126" y="790"/>
                </a:lnTo>
                <a:lnTo>
                  <a:pt x="139" y="767"/>
                </a:lnTo>
                <a:lnTo>
                  <a:pt x="156" y="748"/>
                </a:lnTo>
                <a:lnTo>
                  <a:pt x="177" y="731"/>
                </a:lnTo>
                <a:lnTo>
                  <a:pt x="200" y="719"/>
                </a:lnTo>
                <a:lnTo>
                  <a:pt x="226" y="711"/>
                </a:lnTo>
                <a:lnTo>
                  <a:pt x="253" y="709"/>
                </a:lnTo>
                <a:lnTo>
                  <a:pt x="689" y="709"/>
                </a:lnTo>
                <a:lnTo>
                  <a:pt x="689" y="330"/>
                </a:lnTo>
                <a:lnTo>
                  <a:pt x="692" y="285"/>
                </a:lnTo>
                <a:lnTo>
                  <a:pt x="701" y="242"/>
                </a:lnTo>
                <a:lnTo>
                  <a:pt x="716" y="202"/>
                </a:lnTo>
                <a:lnTo>
                  <a:pt x="734" y="164"/>
                </a:lnTo>
                <a:lnTo>
                  <a:pt x="759" y="128"/>
                </a:lnTo>
                <a:lnTo>
                  <a:pt x="786" y="97"/>
                </a:lnTo>
                <a:lnTo>
                  <a:pt x="818" y="69"/>
                </a:lnTo>
                <a:lnTo>
                  <a:pt x="852" y="45"/>
                </a:lnTo>
                <a:lnTo>
                  <a:pt x="890" y="26"/>
                </a:lnTo>
                <a:lnTo>
                  <a:pt x="931" y="13"/>
                </a:lnTo>
                <a:lnTo>
                  <a:pt x="974" y="3"/>
                </a:lnTo>
                <a:lnTo>
                  <a:pt x="101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26"/>
            <a:endParaRPr lang="en-US" sz="1799">
              <a:solidFill>
                <a:prstClr val="black"/>
              </a:solidFill>
            </a:endParaRPr>
          </a:p>
        </p:txBody>
      </p:sp>
      <p:grpSp>
        <p:nvGrpSpPr>
          <p:cNvPr id="50" name="Group 20"/>
          <p:cNvGrpSpPr>
            <a:grpSpLocks noChangeAspect="1"/>
          </p:cNvGrpSpPr>
          <p:nvPr/>
        </p:nvGrpSpPr>
        <p:grpSpPr bwMode="auto">
          <a:xfrm>
            <a:off x="6634547" y="2675621"/>
            <a:ext cx="273400" cy="297642"/>
            <a:chOff x="5510" y="341"/>
            <a:chExt cx="203" cy="221"/>
          </a:xfrm>
          <a:solidFill>
            <a:schemeClr val="bg1"/>
          </a:solidFill>
        </p:grpSpPr>
        <p:sp>
          <p:nvSpPr>
            <p:cNvPr id="51" name="Freeform 22"/>
            <p:cNvSpPr>
              <a:spLocks/>
            </p:cNvSpPr>
            <p:nvPr/>
          </p:nvSpPr>
          <p:spPr bwMode="auto">
            <a:xfrm>
              <a:off x="5510" y="341"/>
              <a:ext cx="167" cy="220"/>
            </a:xfrm>
            <a:custGeom>
              <a:avLst/>
              <a:gdLst>
                <a:gd name="T0" fmla="*/ 193 w 2499"/>
                <a:gd name="T1" fmla="*/ 0 h 3301"/>
                <a:gd name="T2" fmla="*/ 1886 w 2499"/>
                <a:gd name="T3" fmla="*/ 0 h 3301"/>
                <a:gd name="T4" fmla="*/ 1904 w 2499"/>
                <a:gd name="T5" fmla="*/ 3 h 3301"/>
                <a:gd name="T6" fmla="*/ 1919 w 2499"/>
                <a:gd name="T7" fmla="*/ 9 h 3301"/>
                <a:gd name="T8" fmla="*/ 1932 w 2499"/>
                <a:gd name="T9" fmla="*/ 19 h 3301"/>
                <a:gd name="T10" fmla="*/ 2480 w 2499"/>
                <a:gd name="T11" fmla="*/ 566 h 3301"/>
                <a:gd name="T12" fmla="*/ 2490 w 2499"/>
                <a:gd name="T13" fmla="*/ 579 h 3301"/>
                <a:gd name="T14" fmla="*/ 2497 w 2499"/>
                <a:gd name="T15" fmla="*/ 594 h 3301"/>
                <a:gd name="T16" fmla="*/ 2499 w 2499"/>
                <a:gd name="T17" fmla="*/ 612 h 3301"/>
                <a:gd name="T18" fmla="*/ 2499 w 2499"/>
                <a:gd name="T19" fmla="*/ 2198 h 3301"/>
                <a:gd name="T20" fmla="*/ 2447 w 2499"/>
                <a:gd name="T21" fmla="*/ 2181 h 3301"/>
                <a:gd name="T22" fmla="*/ 2394 w 2499"/>
                <a:gd name="T23" fmla="*/ 2169 h 3301"/>
                <a:gd name="T24" fmla="*/ 2339 w 2499"/>
                <a:gd name="T25" fmla="*/ 2160 h 3301"/>
                <a:gd name="T26" fmla="*/ 2285 w 2499"/>
                <a:gd name="T27" fmla="*/ 2156 h 3301"/>
                <a:gd name="T28" fmla="*/ 2284 w 2499"/>
                <a:gd name="T29" fmla="*/ 730 h 3301"/>
                <a:gd name="T30" fmla="*/ 1861 w 2499"/>
                <a:gd name="T31" fmla="*/ 730 h 3301"/>
                <a:gd name="T32" fmla="*/ 1840 w 2499"/>
                <a:gd name="T33" fmla="*/ 727 h 3301"/>
                <a:gd name="T34" fmla="*/ 1821 w 2499"/>
                <a:gd name="T35" fmla="*/ 718 h 3301"/>
                <a:gd name="T36" fmla="*/ 1804 w 2499"/>
                <a:gd name="T37" fmla="*/ 706 h 3301"/>
                <a:gd name="T38" fmla="*/ 1791 w 2499"/>
                <a:gd name="T39" fmla="*/ 690 h 3301"/>
                <a:gd name="T40" fmla="*/ 1783 w 2499"/>
                <a:gd name="T41" fmla="*/ 671 h 3301"/>
                <a:gd name="T42" fmla="*/ 1781 w 2499"/>
                <a:gd name="T43" fmla="*/ 650 h 3301"/>
                <a:gd name="T44" fmla="*/ 1781 w 2499"/>
                <a:gd name="T45" fmla="*/ 215 h 3301"/>
                <a:gd name="T46" fmla="*/ 215 w 2499"/>
                <a:gd name="T47" fmla="*/ 215 h 3301"/>
                <a:gd name="T48" fmla="*/ 215 w 2499"/>
                <a:gd name="T49" fmla="*/ 3087 h 3301"/>
                <a:gd name="T50" fmla="*/ 1667 w 2499"/>
                <a:gd name="T51" fmla="*/ 3087 h 3301"/>
                <a:gd name="T52" fmla="*/ 1691 w 2499"/>
                <a:gd name="T53" fmla="*/ 3134 h 3301"/>
                <a:gd name="T54" fmla="*/ 1720 w 2499"/>
                <a:gd name="T55" fmla="*/ 3180 h 3301"/>
                <a:gd name="T56" fmla="*/ 1751 w 2499"/>
                <a:gd name="T57" fmla="*/ 3223 h 3301"/>
                <a:gd name="T58" fmla="*/ 1785 w 2499"/>
                <a:gd name="T59" fmla="*/ 3263 h 3301"/>
                <a:gd name="T60" fmla="*/ 1823 w 2499"/>
                <a:gd name="T61" fmla="*/ 3301 h 3301"/>
                <a:gd name="T62" fmla="*/ 193 w 2499"/>
                <a:gd name="T63" fmla="*/ 3301 h 3301"/>
                <a:gd name="T64" fmla="*/ 159 w 2499"/>
                <a:gd name="T65" fmla="*/ 3298 h 3301"/>
                <a:gd name="T66" fmla="*/ 126 w 2499"/>
                <a:gd name="T67" fmla="*/ 3289 h 3301"/>
                <a:gd name="T68" fmla="*/ 96 w 2499"/>
                <a:gd name="T69" fmla="*/ 3275 h 3301"/>
                <a:gd name="T70" fmla="*/ 69 w 2499"/>
                <a:gd name="T71" fmla="*/ 3255 h 3301"/>
                <a:gd name="T72" fmla="*/ 45 w 2499"/>
                <a:gd name="T73" fmla="*/ 3232 h 3301"/>
                <a:gd name="T74" fmla="*/ 26 w 2499"/>
                <a:gd name="T75" fmla="*/ 3205 h 3301"/>
                <a:gd name="T76" fmla="*/ 12 w 2499"/>
                <a:gd name="T77" fmla="*/ 3176 h 3301"/>
                <a:gd name="T78" fmla="*/ 3 w 2499"/>
                <a:gd name="T79" fmla="*/ 3142 h 3301"/>
                <a:gd name="T80" fmla="*/ 0 w 2499"/>
                <a:gd name="T81" fmla="*/ 3108 h 3301"/>
                <a:gd name="T82" fmla="*/ 0 w 2499"/>
                <a:gd name="T83" fmla="*/ 193 h 3301"/>
                <a:gd name="T84" fmla="*/ 3 w 2499"/>
                <a:gd name="T85" fmla="*/ 158 h 3301"/>
                <a:gd name="T86" fmla="*/ 12 w 2499"/>
                <a:gd name="T87" fmla="*/ 126 h 3301"/>
                <a:gd name="T88" fmla="*/ 26 w 2499"/>
                <a:gd name="T89" fmla="*/ 96 h 3301"/>
                <a:gd name="T90" fmla="*/ 45 w 2499"/>
                <a:gd name="T91" fmla="*/ 69 h 3301"/>
                <a:gd name="T92" fmla="*/ 69 w 2499"/>
                <a:gd name="T93" fmla="*/ 45 h 3301"/>
                <a:gd name="T94" fmla="*/ 96 w 2499"/>
                <a:gd name="T95" fmla="*/ 26 h 3301"/>
                <a:gd name="T96" fmla="*/ 126 w 2499"/>
                <a:gd name="T97" fmla="*/ 12 h 3301"/>
                <a:gd name="T98" fmla="*/ 159 w 2499"/>
                <a:gd name="T99" fmla="*/ 3 h 3301"/>
                <a:gd name="T100" fmla="*/ 193 w 2499"/>
                <a:gd name="T101" fmla="*/ 0 h 3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99" h="3301">
                  <a:moveTo>
                    <a:pt x="193" y="0"/>
                  </a:moveTo>
                  <a:lnTo>
                    <a:pt x="1886" y="0"/>
                  </a:lnTo>
                  <a:lnTo>
                    <a:pt x="1904" y="3"/>
                  </a:lnTo>
                  <a:lnTo>
                    <a:pt x="1919" y="9"/>
                  </a:lnTo>
                  <a:lnTo>
                    <a:pt x="1932" y="19"/>
                  </a:lnTo>
                  <a:lnTo>
                    <a:pt x="2480" y="566"/>
                  </a:lnTo>
                  <a:lnTo>
                    <a:pt x="2490" y="579"/>
                  </a:lnTo>
                  <a:lnTo>
                    <a:pt x="2497" y="594"/>
                  </a:lnTo>
                  <a:lnTo>
                    <a:pt x="2499" y="612"/>
                  </a:lnTo>
                  <a:lnTo>
                    <a:pt x="2499" y="2198"/>
                  </a:lnTo>
                  <a:lnTo>
                    <a:pt x="2447" y="2181"/>
                  </a:lnTo>
                  <a:lnTo>
                    <a:pt x="2394" y="2169"/>
                  </a:lnTo>
                  <a:lnTo>
                    <a:pt x="2339" y="2160"/>
                  </a:lnTo>
                  <a:lnTo>
                    <a:pt x="2285" y="2156"/>
                  </a:lnTo>
                  <a:lnTo>
                    <a:pt x="2284" y="730"/>
                  </a:lnTo>
                  <a:lnTo>
                    <a:pt x="1861" y="730"/>
                  </a:lnTo>
                  <a:lnTo>
                    <a:pt x="1840" y="727"/>
                  </a:lnTo>
                  <a:lnTo>
                    <a:pt x="1821" y="718"/>
                  </a:lnTo>
                  <a:lnTo>
                    <a:pt x="1804" y="706"/>
                  </a:lnTo>
                  <a:lnTo>
                    <a:pt x="1791" y="690"/>
                  </a:lnTo>
                  <a:lnTo>
                    <a:pt x="1783" y="671"/>
                  </a:lnTo>
                  <a:lnTo>
                    <a:pt x="1781" y="650"/>
                  </a:lnTo>
                  <a:lnTo>
                    <a:pt x="1781" y="215"/>
                  </a:lnTo>
                  <a:lnTo>
                    <a:pt x="215" y="215"/>
                  </a:lnTo>
                  <a:lnTo>
                    <a:pt x="215" y="3087"/>
                  </a:lnTo>
                  <a:lnTo>
                    <a:pt x="1667" y="3087"/>
                  </a:lnTo>
                  <a:lnTo>
                    <a:pt x="1691" y="3134"/>
                  </a:lnTo>
                  <a:lnTo>
                    <a:pt x="1720" y="3180"/>
                  </a:lnTo>
                  <a:lnTo>
                    <a:pt x="1751" y="3223"/>
                  </a:lnTo>
                  <a:lnTo>
                    <a:pt x="1785" y="3263"/>
                  </a:lnTo>
                  <a:lnTo>
                    <a:pt x="1823" y="3301"/>
                  </a:lnTo>
                  <a:lnTo>
                    <a:pt x="193" y="3301"/>
                  </a:lnTo>
                  <a:lnTo>
                    <a:pt x="159" y="3298"/>
                  </a:lnTo>
                  <a:lnTo>
                    <a:pt x="126" y="3289"/>
                  </a:lnTo>
                  <a:lnTo>
                    <a:pt x="96" y="3275"/>
                  </a:lnTo>
                  <a:lnTo>
                    <a:pt x="69" y="3255"/>
                  </a:lnTo>
                  <a:lnTo>
                    <a:pt x="45" y="3232"/>
                  </a:lnTo>
                  <a:lnTo>
                    <a:pt x="26" y="3205"/>
                  </a:lnTo>
                  <a:lnTo>
                    <a:pt x="12" y="3176"/>
                  </a:lnTo>
                  <a:lnTo>
                    <a:pt x="3" y="3142"/>
                  </a:lnTo>
                  <a:lnTo>
                    <a:pt x="0" y="3108"/>
                  </a:lnTo>
                  <a:lnTo>
                    <a:pt x="0" y="193"/>
                  </a:lnTo>
                  <a:lnTo>
                    <a:pt x="3" y="158"/>
                  </a:lnTo>
                  <a:lnTo>
                    <a:pt x="12" y="126"/>
                  </a:lnTo>
                  <a:lnTo>
                    <a:pt x="26" y="96"/>
                  </a:lnTo>
                  <a:lnTo>
                    <a:pt x="45" y="69"/>
                  </a:lnTo>
                  <a:lnTo>
                    <a:pt x="69" y="45"/>
                  </a:lnTo>
                  <a:lnTo>
                    <a:pt x="96" y="26"/>
                  </a:lnTo>
                  <a:lnTo>
                    <a:pt x="126" y="12"/>
                  </a:lnTo>
                  <a:lnTo>
                    <a:pt x="159" y="3"/>
                  </a:lnTo>
                  <a:lnTo>
                    <a:pt x="1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2" name="Freeform 23"/>
            <p:cNvSpPr>
              <a:spLocks noEditPoints="1"/>
            </p:cNvSpPr>
            <p:nvPr/>
          </p:nvSpPr>
          <p:spPr bwMode="auto">
            <a:xfrm>
              <a:off x="5628" y="489"/>
              <a:ext cx="85" cy="73"/>
            </a:xfrm>
            <a:custGeom>
              <a:avLst/>
              <a:gdLst>
                <a:gd name="T0" fmla="*/ 1036 w 1282"/>
                <a:gd name="T1" fmla="*/ 131 h 1103"/>
                <a:gd name="T2" fmla="*/ 1012 w 1282"/>
                <a:gd name="T3" fmla="*/ 145 h 1103"/>
                <a:gd name="T4" fmla="*/ 467 w 1282"/>
                <a:gd name="T5" fmla="*/ 405 h 1103"/>
                <a:gd name="T6" fmla="*/ 443 w 1282"/>
                <a:gd name="T7" fmla="*/ 390 h 1103"/>
                <a:gd name="T8" fmla="*/ 416 w 1282"/>
                <a:gd name="T9" fmla="*/ 390 h 1103"/>
                <a:gd name="T10" fmla="*/ 390 w 1282"/>
                <a:gd name="T11" fmla="*/ 405 h 1103"/>
                <a:gd name="T12" fmla="*/ 339 w 1282"/>
                <a:gd name="T13" fmla="*/ 459 h 1103"/>
                <a:gd name="T14" fmla="*/ 332 w 1282"/>
                <a:gd name="T15" fmla="*/ 485 h 1103"/>
                <a:gd name="T16" fmla="*/ 339 w 1282"/>
                <a:gd name="T17" fmla="*/ 513 h 1103"/>
                <a:gd name="T18" fmla="*/ 571 w 1282"/>
                <a:gd name="T19" fmla="*/ 748 h 1103"/>
                <a:gd name="T20" fmla="*/ 595 w 1282"/>
                <a:gd name="T21" fmla="*/ 762 h 1103"/>
                <a:gd name="T22" fmla="*/ 610 w 1282"/>
                <a:gd name="T23" fmla="*/ 764 h 1103"/>
                <a:gd name="T24" fmla="*/ 637 w 1282"/>
                <a:gd name="T25" fmla="*/ 757 h 1103"/>
                <a:gd name="T26" fmla="*/ 1132 w 1282"/>
                <a:gd name="T27" fmla="*/ 265 h 1103"/>
                <a:gd name="T28" fmla="*/ 1146 w 1282"/>
                <a:gd name="T29" fmla="*/ 241 h 1103"/>
                <a:gd name="T30" fmla="*/ 1146 w 1282"/>
                <a:gd name="T31" fmla="*/ 213 h 1103"/>
                <a:gd name="T32" fmla="*/ 1132 w 1282"/>
                <a:gd name="T33" fmla="*/ 189 h 1103"/>
                <a:gd name="T34" fmla="*/ 1078 w 1282"/>
                <a:gd name="T35" fmla="*/ 136 h 1103"/>
                <a:gd name="T36" fmla="*/ 1050 w 1282"/>
                <a:gd name="T37" fmla="*/ 129 h 1103"/>
                <a:gd name="T38" fmla="*/ 1072 w 1282"/>
                <a:gd name="T39" fmla="*/ 2 h 1103"/>
                <a:gd name="T40" fmla="*/ 1120 w 1282"/>
                <a:gd name="T41" fmla="*/ 22 h 1103"/>
                <a:gd name="T42" fmla="*/ 1241 w 1282"/>
                <a:gd name="T43" fmla="*/ 140 h 1103"/>
                <a:gd name="T44" fmla="*/ 1271 w 1282"/>
                <a:gd name="T45" fmla="*/ 184 h 1103"/>
                <a:gd name="T46" fmla="*/ 1282 w 1282"/>
                <a:gd name="T47" fmla="*/ 235 h 1103"/>
                <a:gd name="T48" fmla="*/ 1271 w 1282"/>
                <a:gd name="T49" fmla="*/ 288 h 1103"/>
                <a:gd name="T50" fmla="*/ 1241 w 1282"/>
                <a:gd name="T51" fmla="*/ 331 h 1103"/>
                <a:gd name="T52" fmla="*/ 1006 w 1282"/>
                <a:gd name="T53" fmla="*/ 601 h 1103"/>
                <a:gd name="T54" fmla="*/ 994 w 1282"/>
                <a:gd name="T55" fmla="*/ 709 h 1103"/>
                <a:gd name="T56" fmla="*/ 960 w 1282"/>
                <a:gd name="T57" fmla="*/ 808 h 1103"/>
                <a:gd name="T58" fmla="*/ 909 w 1282"/>
                <a:gd name="T59" fmla="*/ 898 h 1103"/>
                <a:gd name="T60" fmla="*/ 839 w 1282"/>
                <a:gd name="T61" fmla="*/ 974 h 1103"/>
                <a:gd name="T62" fmla="*/ 756 w 1282"/>
                <a:gd name="T63" fmla="*/ 1034 h 1103"/>
                <a:gd name="T64" fmla="*/ 661 w 1282"/>
                <a:gd name="T65" fmla="*/ 1078 h 1103"/>
                <a:gd name="T66" fmla="*/ 557 w 1282"/>
                <a:gd name="T67" fmla="*/ 1100 h 1103"/>
                <a:gd name="T68" fmla="*/ 448 w 1282"/>
                <a:gd name="T69" fmla="*/ 1100 h 1103"/>
                <a:gd name="T70" fmla="*/ 344 w 1282"/>
                <a:gd name="T71" fmla="*/ 1078 h 1103"/>
                <a:gd name="T72" fmla="*/ 249 w 1282"/>
                <a:gd name="T73" fmla="*/ 1034 h 1103"/>
                <a:gd name="T74" fmla="*/ 166 w 1282"/>
                <a:gd name="T75" fmla="*/ 974 h 1103"/>
                <a:gd name="T76" fmla="*/ 97 w 1282"/>
                <a:gd name="T77" fmla="*/ 898 h 1103"/>
                <a:gd name="T78" fmla="*/ 45 w 1282"/>
                <a:gd name="T79" fmla="*/ 808 h 1103"/>
                <a:gd name="T80" fmla="*/ 11 w 1282"/>
                <a:gd name="T81" fmla="*/ 709 h 1103"/>
                <a:gd name="T82" fmla="*/ 0 w 1282"/>
                <a:gd name="T83" fmla="*/ 601 h 1103"/>
                <a:gd name="T84" fmla="*/ 11 w 1282"/>
                <a:gd name="T85" fmla="*/ 493 h 1103"/>
                <a:gd name="T86" fmla="*/ 45 w 1282"/>
                <a:gd name="T87" fmla="*/ 394 h 1103"/>
                <a:gd name="T88" fmla="*/ 97 w 1282"/>
                <a:gd name="T89" fmla="*/ 305 h 1103"/>
                <a:gd name="T90" fmla="*/ 166 w 1282"/>
                <a:gd name="T91" fmla="*/ 229 h 1103"/>
                <a:gd name="T92" fmla="*/ 249 w 1282"/>
                <a:gd name="T93" fmla="*/ 167 h 1103"/>
                <a:gd name="T94" fmla="*/ 344 w 1282"/>
                <a:gd name="T95" fmla="*/ 125 h 1103"/>
                <a:gd name="T96" fmla="*/ 448 w 1282"/>
                <a:gd name="T97" fmla="*/ 102 h 1103"/>
                <a:gd name="T98" fmla="*/ 556 w 1282"/>
                <a:gd name="T99" fmla="*/ 102 h 1103"/>
                <a:gd name="T100" fmla="*/ 659 w 1282"/>
                <a:gd name="T101" fmla="*/ 124 h 1103"/>
                <a:gd name="T102" fmla="*/ 752 w 1282"/>
                <a:gd name="T103" fmla="*/ 165 h 1103"/>
                <a:gd name="T104" fmla="*/ 949 w 1282"/>
                <a:gd name="T105" fmla="*/ 39 h 1103"/>
                <a:gd name="T106" fmla="*/ 994 w 1282"/>
                <a:gd name="T107" fmla="*/ 10 h 1103"/>
                <a:gd name="T108" fmla="*/ 1045 w 1282"/>
                <a:gd name="T109" fmla="*/ 0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82" h="1103">
                  <a:moveTo>
                    <a:pt x="1050" y="129"/>
                  </a:moveTo>
                  <a:lnTo>
                    <a:pt x="1036" y="131"/>
                  </a:lnTo>
                  <a:lnTo>
                    <a:pt x="1023" y="136"/>
                  </a:lnTo>
                  <a:lnTo>
                    <a:pt x="1012" y="145"/>
                  </a:lnTo>
                  <a:lnTo>
                    <a:pt x="610" y="546"/>
                  </a:lnTo>
                  <a:lnTo>
                    <a:pt x="467" y="405"/>
                  </a:lnTo>
                  <a:lnTo>
                    <a:pt x="456" y="396"/>
                  </a:lnTo>
                  <a:lnTo>
                    <a:pt x="443" y="390"/>
                  </a:lnTo>
                  <a:lnTo>
                    <a:pt x="429" y="388"/>
                  </a:lnTo>
                  <a:lnTo>
                    <a:pt x="416" y="390"/>
                  </a:lnTo>
                  <a:lnTo>
                    <a:pt x="402" y="396"/>
                  </a:lnTo>
                  <a:lnTo>
                    <a:pt x="390" y="405"/>
                  </a:lnTo>
                  <a:lnTo>
                    <a:pt x="348" y="447"/>
                  </a:lnTo>
                  <a:lnTo>
                    <a:pt x="339" y="459"/>
                  </a:lnTo>
                  <a:lnTo>
                    <a:pt x="334" y="472"/>
                  </a:lnTo>
                  <a:lnTo>
                    <a:pt x="332" y="485"/>
                  </a:lnTo>
                  <a:lnTo>
                    <a:pt x="334" y="499"/>
                  </a:lnTo>
                  <a:lnTo>
                    <a:pt x="339" y="513"/>
                  </a:lnTo>
                  <a:lnTo>
                    <a:pt x="348" y="524"/>
                  </a:lnTo>
                  <a:lnTo>
                    <a:pt x="571" y="748"/>
                  </a:lnTo>
                  <a:lnTo>
                    <a:pt x="583" y="757"/>
                  </a:lnTo>
                  <a:lnTo>
                    <a:pt x="595" y="762"/>
                  </a:lnTo>
                  <a:lnTo>
                    <a:pt x="610" y="764"/>
                  </a:lnTo>
                  <a:lnTo>
                    <a:pt x="610" y="764"/>
                  </a:lnTo>
                  <a:lnTo>
                    <a:pt x="624" y="762"/>
                  </a:lnTo>
                  <a:lnTo>
                    <a:pt x="637" y="757"/>
                  </a:lnTo>
                  <a:lnTo>
                    <a:pt x="648" y="748"/>
                  </a:lnTo>
                  <a:lnTo>
                    <a:pt x="1132" y="265"/>
                  </a:lnTo>
                  <a:lnTo>
                    <a:pt x="1141" y="254"/>
                  </a:lnTo>
                  <a:lnTo>
                    <a:pt x="1146" y="241"/>
                  </a:lnTo>
                  <a:lnTo>
                    <a:pt x="1148" y="227"/>
                  </a:lnTo>
                  <a:lnTo>
                    <a:pt x="1146" y="213"/>
                  </a:lnTo>
                  <a:lnTo>
                    <a:pt x="1141" y="201"/>
                  </a:lnTo>
                  <a:lnTo>
                    <a:pt x="1132" y="189"/>
                  </a:lnTo>
                  <a:lnTo>
                    <a:pt x="1089" y="145"/>
                  </a:lnTo>
                  <a:lnTo>
                    <a:pt x="1078" y="136"/>
                  </a:lnTo>
                  <a:lnTo>
                    <a:pt x="1065" y="131"/>
                  </a:lnTo>
                  <a:lnTo>
                    <a:pt x="1050" y="129"/>
                  </a:lnTo>
                  <a:close/>
                  <a:moveTo>
                    <a:pt x="1045" y="0"/>
                  </a:moveTo>
                  <a:lnTo>
                    <a:pt x="1072" y="2"/>
                  </a:lnTo>
                  <a:lnTo>
                    <a:pt x="1097" y="10"/>
                  </a:lnTo>
                  <a:lnTo>
                    <a:pt x="1120" y="22"/>
                  </a:lnTo>
                  <a:lnTo>
                    <a:pt x="1140" y="39"/>
                  </a:lnTo>
                  <a:lnTo>
                    <a:pt x="1241" y="140"/>
                  </a:lnTo>
                  <a:lnTo>
                    <a:pt x="1259" y="160"/>
                  </a:lnTo>
                  <a:lnTo>
                    <a:pt x="1271" y="184"/>
                  </a:lnTo>
                  <a:lnTo>
                    <a:pt x="1279" y="209"/>
                  </a:lnTo>
                  <a:lnTo>
                    <a:pt x="1282" y="235"/>
                  </a:lnTo>
                  <a:lnTo>
                    <a:pt x="1279" y="262"/>
                  </a:lnTo>
                  <a:lnTo>
                    <a:pt x="1271" y="288"/>
                  </a:lnTo>
                  <a:lnTo>
                    <a:pt x="1259" y="310"/>
                  </a:lnTo>
                  <a:lnTo>
                    <a:pt x="1241" y="331"/>
                  </a:lnTo>
                  <a:lnTo>
                    <a:pt x="1004" y="568"/>
                  </a:lnTo>
                  <a:lnTo>
                    <a:pt x="1006" y="601"/>
                  </a:lnTo>
                  <a:lnTo>
                    <a:pt x="1003" y="656"/>
                  </a:lnTo>
                  <a:lnTo>
                    <a:pt x="994" y="709"/>
                  </a:lnTo>
                  <a:lnTo>
                    <a:pt x="980" y="760"/>
                  </a:lnTo>
                  <a:lnTo>
                    <a:pt x="960" y="808"/>
                  </a:lnTo>
                  <a:lnTo>
                    <a:pt x="937" y="855"/>
                  </a:lnTo>
                  <a:lnTo>
                    <a:pt x="909" y="898"/>
                  </a:lnTo>
                  <a:lnTo>
                    <a:pt x="876" y="937"/>
                  </a:lnTo>
                  <a:lnTo>
                    <a:pt x="839" y="974"/>
                  </a:lnTo>
                  <a:lnTo>
                    <a:pt x="800" y="1006"/>
                  </a:lnTo>
                  <a:lnTo>
                    <a:pt x="756" y="1034"/>
                  </a:lnTo>
                  <a:lnTo>
                    <a:pt x="711" y="1059"/>
                  </a:lnTo>
                  <a:lnTo>
                    <a:pt x="661" y="1078"/>
                  </a:lnTo>
                  <a:lnTo>
                    <a:pt x="611" y="1092"/>
                  </a:lnTo>
                  <a:lnTo>
                    <a:pt x="557" y="1100"/>
                  </a:lnTo>
                  <a:lnTo>
                    <a:pt x="502" y="1103"/>
                  </a:lnTo>
                  <a:lnTo>
                    <a:pt x="448" y="1100"/>
                  </a:lnTo>
                  <a:lnTo>
                    <a:pt x="395" y="1092"/>
                  </a:lnTo>
                  <a:lnTo>
                    <a:pt x="344" y="1078"/>
                  </a:lnTo>
                  <a:lnTo>
                    <a:pt x="295" y="1059"/>
                  </a:lnTo>
                  <a:lnTo>
                    <a:pt x="249" y="1034"/>
                  </a:lnTo>
                  <a:lnTo>
                    <a:pt x="205" y="1006"/>
                  </a:lnTo>
                  <a:lnTo>
                    <a:pt x="166" y="974"/>
                  </a:lnTo>
                  <a:lnTo>
                    <a:pt x="129" y="937"/>
                  </a:lnTo>
                  <a:lnTo>
                    <a:pt x="97" y="898"/>
                  </a:lnTo>
                  <a:lnTo>
                    <a:pt x="69" y="855"/>
                  </a:lnTo>
                  <a:lnTo>
                    <a:pt x="45" y="808"/>
                  </a:lnTo>
                  <a:lnTo>
                    <a:pt x="25" y="760"/>
                  </a:lnTo>
                  <a:lnTo>
                    <a:pt x="11" y="709"/>
                  </a:lnTo>
                  <a:lnTo>
                    <a:pt x="3" y="656"/>
                  </a:lnTo>
                  <a:lnTo>
                    <a:pt x="0" y="601"/>
                  </a:lnTo>
                  <a:lnTo>
                    <a:pt x="3" y="547"/>
                  </a:lnTo>
                  <a:lnTo>
                    <a:pt x="11" y="493"/>
                  </a:lnTo>
                  <a:lnTo>
                    <a:pt x="25" y="443"/>
                  </a:lnTo>
                  <a:lnTo>
                    <a:pt x="45" y="394"/>
                  </a:lnTo>
                  <a:lnTo>
                    <a:pt x="69" y="348"/>
                  </a:lnTo>
                  <a:lnTo>
                    <a:pt x="97" y="305"/>
                  </a:lnTo>
                  <a:lnTo>
                    <a:pt x="129" y="265"/>
                  </a:lnTo>
                  <a:lnTo>
                    <a:pt x="166" y="229"/>
                  </a:lnTo>
                  <a:lnTo>
                    <a:pt x="205" y="196"/>
                  </a:lnTo>
                  <a:lnTo>
                    <a:pt x="249" y="167"/>
                  </a:lnTo>
                  <a:lnTo>
                    <a:pt x="295" y="144"/>
                  </a:lnTo>
                  <a:lnTo>
                    <a:pt x="344" y="125"/>
                  </a:lnTo>
                  <a:lnTo>
                    <a:pt x="395" y="111"/>
                  </a:lnTo>
                  <a:lnTo>
                    <a:pt x="448" y="102"/>
                  </a:lnTo>
                  <a:lnTo>
                    <a:pt x="502" y="99"/>
                  </a:lnTo>
                  <a:lnTo>
                    <a:pt x="556" y="102"/>
                  </a:lnTo>
                  <a:lnTo>
                    <a:pt x="609" y="111"/>
                  </a:lnTo>
                  <a:lnTo>
                    <a:pt x="659" y="124"/>
                  </a:lnTo>
                  <a:lnTo>
                    <a:pt x="707" y="142"/>
                  </a:lnTo>
                  <a:lnTo>
                    <a:pt x="752" y="165"/>
                  </a:lnTo>
                  <a:lnTo>
                    <a:pt x="796" y="193"/>
                  </a:lnTo>
                  <a:lnTo>
                    <a:pt x="949" y="39"/>
                  </a:lnTo>
                  <a:lnTo>
                    <a:pt x="971" y="22"/>
                  </a:lnTo>
                  <a:lnTo>
                    <a:pt x="994" y="10"/>
                  </a:lnTo>
                  <a:lnTo>
                    <a:pt x="1019" y="2"/>
                  </a:lnTo>
                  <a:lnTo>
                    <a:pt x="10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3" name="Freeform 24"/>
            <p:cNvSpPr>
              <a:spLocks/>
            </p:cNvSpPr>
            <p:nvPr/>
          </p:nvSpPr>
          <p:spPr bwMode="auto">
            <a:xfrm>
              <a:off x="5537" y="374"/>
              <a:ext cx="64" cy="64"/>
            </a:xfrm>
            <a:custGeom>
              <a:avLst/>
              <a:gdLst>
                <a:gd name="T0" fmla="*/ 502 w 961"/>
                <a:gd name="T1" fmla="*/ 0 h 959"/>
                <a:gd name="T2" fmla="*/ 550 w 961"/>
                <a:gd name="T3" fmla="*/ 6 h 959"/>
                <a:gd name="T4" fmla="*/ 598 w 961"/>
                <a:gd name="T5" fmla="*/ 15 h 959"/>
                <a:gd name="T6" fmla="*/ 495 w 961"/>
                <a:gd name="T7" fmla="*/ 466 h 959"/>
                <a:gd name="T8" fmla="*/ 946 w 961"/>
                <a:gd name="T9" fmla="*/ 363 h 959"/>
                <a:gd name="T10" fmla="*/ 956 w 961"/>
                <a:gd name="T11" fmla="*/ 410 h 959"/>
                <a:gd name="T12" fmla="*/ 961 w 961"/>
                <a:gd name="T13" fmla="*/ 459 h 959"/>
                <a:gd name="T14" fmla="*/ 961 w 961"/>
                <a:gd name="T15" fmla="*/ 507 h 959"/>
                <a:gd name="T16" fmla="*/ 955 w 961"/>
                <a:gd name="T17" fmla="*/ 555 h 959"/>
                <a:gd name="T18" fmla="*/ 944 w 961"/>
                <a:gd name="T19" fmla="*/ 604 h 959"/>
                <a:gd name="T20" fmla="*/ 929 w 961"/>
                <a:gd name="T21" fmla="*/ 650 h 959"/>
                <a:gd name="T22" fmla="*/ 910 w 961"/>
                <a:gd name="T23" fmla="*/ 696 h 959"/>
                <a:gd name="T24" fmla="*/ 885 w 961"/>
                <a:gd name="T25" fmla="*/ 739 h 959"/>
                <a:gd name="T26" fmla="*/ 856 w 961"/>
                <a:gd name="T27" fmla="*/ 781 h 959"/>
                <a:gd name="T28" fmla="*/ 820 w 961"/>
                <a:gd name="T29" fmla="*/ 819 h 959"/>
                <a:gd name="T30" fmla="*/ 784 w 961"/>
                <a:gd name="T31" fmla="*/ 852 h 959"/>
                <a:gd name="T32" fmla="*/ 745 w 961"/>
                <a:gd name="T33" fmla="*/ 880 h 959"/>
                <a:gd name="T34" fmla="*/ 704 w 961"/>
                <a:gd name="T35" fmla="*/ 905 h 959"/>
                <a:gd name="T36" fmla="*/ 661 w 961"/>
                <a:gd name="T37" fmla="*/ 924 h 959"/>
                <a:gd name="T38" fmla="*/ 617 w 961"/>
                <a:gd name="T39" fmla="*/ 940 h 959"/>
                <a:gd name="T40" fmla="*/ 572 w 961"/>
                <a:gd name="T41" fmla="*/ 950 h 959"/>
                <a:gd name="T42" fmla="*/ 527 w 961"/>
                <a:gd name="T43" fmla="*/ 957 h 959"/>
                <a:gd name="T44" fmla="*/ 480 w 961"/>
                <a:gd name="T45" fmla="*/ 959 h 959"/>
                <a:gd name="T46" fmla="*/ 435 w 961"/>
                <a:gd name="T47" fmla="*/ 957 h 959"/>
                <a:gd name="T48" fmla="*/ 388 w 961"/>
                <a:gd name="T49" fmla="*/ 950 h 959"/>
                <a:gd name="T50" fmla="*/ 344 w 961"/>
                <a:gd name="T51" fmla="*/ 940 h 959"/>
                <a:gd name="T52" fmla="*/ 300 w 961"/>
                <a:gd name="T53" fmla="*/ 924 h 959"/>
                <a:gd name="T54" fmla="*/ 257 w 961"/>
                <a:gd name="T55" fmla="*/ 905 h 959"/>
                <a:gd name="T56" fmla="*/ 217 w 961"/>
                <a:gd name="T57" fmla="*/ 880 h 959"/>
                <a:gd name="T58" fmla="*/ 177 w 961"/>
                <a:gd name="T59" fmla="*/ 852 h 959"/>
                <a:gd name="T60" fmla="*/ 141 w 961"/>
                <a:gd name="T61" fmla="*/ 819 h 959"/>
                <a:gd name="T62" fmla="*/ 107 w 961"/>
                <a:gd name="T63" fmla="*/ 783 h 959"/>
                <a:gd name="T64" fmla="*/ 79 w 961"/>
                <a:gd name="T65" fmla="*/ 743 h 959"/>
                <a:gd name="T66" fmla="*/ 55 w 961"/>
                <a:gd name="T67" fmla="*/ 703 h 959"/>
                <a:gd name="T68" fmla="*/ 36 w 961"/>
                <a:gd name="T69" fmla="*/ 660 h 959"/>
                <a:gd name="T70" fmla="*/ 20 w 961"/>
                <a:gd name="T71" fmla="*/ 616 h 959"/>
                <a:gd name="T72" fmla="*/ 9 w 961"/>
                <a:gd name="T73" fmla="*/ 572 h 959"/>
                <a:gd name="T74" fmla="*/ 2 w 961"/>
                <a:gd name="T75" fmla="*/ 525 h 959"/>
                <a:gd name="T76" fmla="*/ 0 w 961"/>
                <a:gd name="T77" fmla="*/ 480 h 959"/>
                <a:gd name="T78" fmla="*/ 2 w 961"/>
                <a:gd name="T79" fmla="*/ 433 h 959"/>
                <a:gd name="T80" fmla="*/ 9 w 961"/>
                <a:gd name="T81" fmla="*/ 388 h 959"/>
                <a:gd name="T82" fmla="*/ 20 w 961"/>
                <a:gd name="T83" fmla="*/ 344 h 959"/>
                <a:gd name="T84" fmla="*/ 36 w 961"/>
                <a:gd name="T85" fmla="*/ 299 h 959"/>
                <a:gd name="T86" fmla="*/ 55 w 961"/>
                <a:gd name="T87" fmla="*/ 257 h 959"/>
                <a:gd name="T88" fmla="*/ 79 w 961"/>
                <a:gd name="T89" fmla="*/ 215 h 959"/>
                <a:gd name="T90" fmla="*/ 107 w 961"/>
                <a:gd name="T91" fmla="*/ 177 h 959"/>
                <a:gd name="T92" fmla="*/ 141 w 961"/>
                <a:gd name="T93" fmla="*/ 141 h 959"/>
                <a:gd name="T94" fmla="*/ 179 w 961"/>
                <a:gd name="T95" fmla="*/ 105 h 959"/>
                <a:gd name="T96" fmla="*/ 221 w 961"/>
                <a:gd name="T97" fmla="*/ 76 h 959"/>
                <a:gd name="T98" fmla="*/ 264 w 961"/>
                <a:gd name="T99" fmla="*/ 51 h 959"/>
                <a:gd name="T100" fmla="*/ 310 w 961"/>
                <a:gd name="T101" fmla="*/ 32 h 959"/>
                <a:gd name="T102" fmla="*/ 356 w 961"/>
                <a:gd name="T103" fmla="*/ 17 h 959"/>
                <a:gd name="T104" fmla="*/ 405 w 961"/>
                <a:gd name="T105" fmla="*/ 7 h 959"/>
                <a:gd name="T106" fmla="*/ 453 w 961"/>
                <a:gd name="T107" fmla="*/ 0 h 959"/>
                <a:gd name="T108" fmla="*/ 502 w 961"/>
                <a:gd name="T109" fmla="*/ 0 h 9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61" h="959">
                  <a:moveTo>
                    <a:pt x="502" y="0"/>
                  </a:moveTo>
                  <a:lnTo>
                    <a:pt x="550" y="6"/>
                  </a:lnTo>
                  <a:lnTo>
                    <a:pt x="598" y="15"/>
                  </a:lnTo>
                  <a:lnTo>
                    <a:pt x="495" y="466"/>
                  </a:lnTo>
                  <a:lnTo>
                    <a:pt x="946" y="363"/>
                  </a:lnTo>
                  <a:lnTo>
                    <a:pt x="956" y="410"/>
                  </a:lnTo>
                  <a:lnTo>
                    <a:pt x="961" y="459"/>
                  </a:lnTo>
                  <a:lnTo>
                    <a:pt x="961" y="507"/>
                  </a:lnTo>
                  <a:lnTo>
                    <a:pt x="955" y="555"/>
                  </a:lnTo>
                  <a:lnTo>
                    <a:pt x="944" y="604"/>
                  </a:lnTo>
                  <a:lnTo>
                    <a:pt x="929" y="650"/>
                  </a:lnTo>
                  <a:lnTo>
                    <a:pt x="910" y="696"/>
                  </a:lnTo>
                  <a:lnTo>
                    <a:pt x="885" y="739"/>
                  </a:lnTo>
                  <a:lnTo>
                    <a:pt x="856" y="781"/>
                  </a:lnTo>
                  <a:lnTo>
                    <a:pt x="820" y="819"/>
                  </a:lnTo>
                  <a:lnTo>
                    <a:pt x="784" y="852"/>
                  </a:lnTo>
                  <a:lnTo>
                    <a:pt x="745" y="880"/>
                  </a:lnTo>
                  <a:lnTo>
                    <a:pt x="704" y="905"/>
                  </a:lnTo>
                  <a:lnTo>
                    <a:pt x="661" y="924"/>
                  </a:lnTo>
                  <a:lnTo>
                    <a:pt x="617" y="940"/>
                  </a:lnTo>
                  <a:lnTo>
                    <a:pt x="572" y="950"/>
                  </a:lnTo>
                  <a:lnTo>
                    <a:pt x="527" y="957"/>
                  </a:lnTo>
                  <a:lnTo>
                    <a:pt x="480" y="959"/>
                  </a:lnTo>
                  <a:lnTo>
                    <a:pt x="435" y="957"/>
                  </a:lnTo>
                  <a:lnTo>
                    <a:pt x="388" y="950"/>
                  </a:lnTo>
                  <a:lnTo>
                    <a:pt x="344" y="940"/>
                  </a:lnTo>
                  <a:lnTo>
                    <a:pt x="300" y="924"/>
                  </a:lnTo>
                  <a:lnTo>
                    <a:pt x="257" y="905"/>
                  </a:lnTo>
                  <a:lnTo>
                    <a:pt x="217" y="880"/>
                  </a:lnTo>
                  <a:lnTo>
                    <a:pt x="177" y="852"/>
                  </a:lnTo>
                  <a:lnTo>
                    <a:pt x="141" y="819"/>
                  </a:lnTo>
                  <a:lnTo>
                    <a:pt x="107" y="783"/>
                  </a:lnTo>
                  <a:lnTo>
                    <a:pt x="79" y="743"/>
                  </a:lnTo>
                  <a:lnTo>
                    <a:pt x="55" y="703"/>
                  </a:lnTo>
                  <a:lnTo>
                    <a:pt x="36" y="660"/>
                  </a:lnTo>
                  <a:lnTo>
                    <a:pt x="20" y="616"/>
                  </a:lnTo>
                  <a:lnTo>
                    <a:pt x="9" y="572"/>
                  </a:lnTo>
                  <a:lnTo>
                    <a:pt x="2" y="525"/>
                  </a:lnTo>
                  <a:lnTo>
                    <a:pt x="0" y="480"/>
                  </a:lnTo>
                  <a:lnTo>
                    <a:pt x="2" y="433"/>
                  </a:lnTo>
                  <a:lnTo>
                    <a:pt x="9" y="388"/>
                  </a:lnTo>
                  <a:lnTo>
                    <a:pt x="20" y="344"/>
                  </a:lnTo>
                  <a:lnTo>
                    <a:pt x="36" y="299"/>
                  </a:lnTo>
                  <a:lnTo>
                    <a:pt x="55" y="257"/>
                  </a:lnTo>
                  <a:lnTo>
                    <a:pt x="79" y="215"/>
                  </a:lnTo>
                  <a:lnTo>
                    <a:pt x="107" y="177"/>
                  </a:lnTo>
                  <a:lnTo>
                    <a:pt x="141" y="141"/>
                  </a:lnTo>
                  <a:lnTo>
                    <a:pt x="179" y="105"/>
                  </a:lnTo>
                  <a:lnTo>
                    <a:pt x="221" y="76"/>
                  </a:lnTo>
                  <a:lnTo>
                    <a:pt x="264" y="51"/>
                  </a:lnTo>
                  <a:lnTo>
                    <a:pt x="310" y="32"/>
                  </a:lnTo>
                  <a:lnTo>
                    <a:pt x="356" y="17"/>
                  </a:lnTo>
                  <a:lnTo>
                    <a:pt x="405" y="7"/>
                  </a:lnTo>
                  <a:lnTo>
                    <a:pt x="453" y="0"/>
                  </a:lnTo>
                  <a:lnTo>
                    <a:pt x="5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4" name="Freeform 25"/>
            <p:cNvSpPr>
              <a:spLocks/>
            </p:cNvSpPr>
            <p:nvPr/>
          </p:nvSpPr>
          <p:spPr bwMode="auto">
            <a:xfrm>
              <a:off x="5578" y="366"/>
              <a:ext cx="30" cy="30"/>
            </a:xfrm>
            <a:custGeom>
              <a:avLst/>
              <a:gdLst>
                <a:gd name="T0" fmla="*/ 103 w 452"/>
                <a:gd name="T1" fmla="*/ 0 h 451"/>
                <a:gd name="T2" fmla="*/ 144 w 452"/>
                <a:gd name="T3" fmla="*/ 13 h 451"/>
                <a:gd name="T4" fmla="*/ 183 w 452"/>
                <a:gd name="T5" fmla="*/ 28 h 451"/>
                <a:gd name="T6" fmla="*/ 221 w 452"/>
                <a:gd name="T7" fmla="*/ 47 h 451"/>
                <a:gd name="T8" fmla="*/ 258 w 452"/>
                <a:gd name="T9" fmla="*/ 70 h 451"/>
                <a:gd name="T10" fmla="*/ 293 w 452"/>
                <a:gd name="T11" fmla="*/ 96 h 451"/>
                <a:gd name="T12" fmla="*/ 326 w 452"/>
                <a:gd name="T13" fmla="*/ 127 h 451"/>
                <a:gd name="T14" fmla="*/ 356 w 452"/>
                <a:gd name="T15" fmla="*/ 159 h 451"/>
                <a:gd name="T16" fmla="*/ 382 w 452"/>
                <a:gd name="T17" fmla="*/ 194 h 451"/>
                <a:gd name="T18" fmla="*/ 405 w 452"/>
                <a:gd name="T19" fmla="*/ 231 h 451"/>
                <a:gd name="T20" fmla="*/ 425 w 452"/>
                <a:gd name="T21" fmla="*/ 269 h 451"/>
                <a:gd name="T22" fmla="*/ 440 w 452"/>
                <a:gd name="T23" fmla="*/ 308 h 451"/>
                <a:gd name="T24" fmla="*/ 452 w 452"/>
                <a:gd name="T25" fmla="*/ 349 h 451"/>
                <a:gd name="T26" fmla="*/ 0 w 452"/>
                <a:gd name="T27" fmla="*/ 451 h 451"/>
                <a:gd name="T28" fmla="*/ 103 w 452"/>
                <a:gd name="T29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2" h="451">
                  <a:moveTo>
                    <a:pt x="103" y="0"/>
                  </a:moveTo>
                  <a:lnTo>
                    <a:pt x="144" y="13"/>
                  </a:lnTo>
                  <a:lnTo>
                    <a:pt x="183" y="28"/>
                  </a:lnTo>
                  <a:lnTo>
                    <a:pt x="221" y="47"/>
                  </a:lnTo>
                  <a:lnTo>
                    <a:pt x="258" y="70"/>
                  </a:lnTo>
                  <a:lnTo>
                    <a:pt x="293" y="96"/>
                  </a:lnTo>
                  <a:lnTo>
                    <a:pt x="326" y="127"/>
                  </a:lnTo>
                  <a:lnTo>
                    <a:pt x="356" y="159"/>
                  </a:lnTo>
                  <a:lnTo>
                    <a:pt x="382" y="194"/>
                  </a:lnTo>
                  <a:lnTo>
                    <a:pt x="405" y="231"/>
                  </a:lnTo>
                  <a:lnTo>
                    <a:pt x="425" y="269"/>
                  </a:lnTo>
                  <a:lnTo>
                    <a:pt x="440" y="308"/>
                  </a:lnTo>
                  <a:lnTo>
                    <a:pt x="452" y="349"/>
                  </a:lnTo>
                  <a:lnTo>
                    <a:pt x="0" y="451"/>
                  </a:lnTo>
                  <a:lnTo>
                    <a:pt x="1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5" name="Freeform 26"/>
            <p:cNvSpPr>
              <a:spLocks/>
            </p:cNvSpPr>
            <p:nvPr/>
          </p:nvSpPr>
          <p:spPr bwMode="auto">
            <a:xfrm>
              <a:off x="5542" y="461"/>
              <a:ext cx="22" cy="11"/>
            </a:xfrm>
            <a:custGeom>
              <a:avLst/>
              <a:gdLst>
                <a:gd name="T0" fmla="*/ 83 w 332"/>
                <a:gd name="T1" fmla="*/ 0 h 166"/>
                <a:gd name="T2" fmla="*/ 249 w 332"/>
                <a:gd name="T3" fmla="*/ 0 h 166"/>
                <a:gd name="T4" fmla="*/ 271 w 332"/>
                <a:gd name="T5" fmla="*/ 3 h 166"/>
                <a:gd name="T6" fmla="*/ 290 w 332"/>
                <a:gd name="T7" fmla="*/ 11 h 166"/>
                <a:gd name="T8" fmla="*/ 308 w 332"/>
                <a:gd name="T9" fmla="*/ 24 h 166"/>
                <a:gd name="T10" fmla="*/ 321 w 332"/>
                <a:gd name="T11" fmla="*/ 41 h 166"/>
                <a:gd name="T12" fmla="*/ 329 w 332"/>
                <a:gd name="T13" fmla="*/ 61 h 166"/>
                <a:gd name="T14" fmla="*/ 332 w 332"/>
                <a:gd name="T15" fmla="*/ 83 h 166"/>
                <a:gd name="T16" fmla="*/ 329 w 332"/>
                <a:gd name="T17" fmla="*/ 104 h 166"/>
                <a:gd name="T18" fmla="*/ 321 w 332"/>
                <a:gd name="T19" fmla="*/ 124 h 166"/>
                <a:gd name="T20" fmla="*/ 308 w 332"/>
                <a:gd name="T21" fmla="*/ 142 h 166"/>
                <a:gd name="T22" fmla="*/ 290 w 332"/>
                <a:gd name="T23" fmla="*/ 155 h 166"/>
                <a:gd name="T24" fmla="*/ 271 w 332"/>
                <a:gd name="T25" fmla="*/ 163 h 166"/>
                <a:gd name="T26" fmla="*/ 249 w 332"/>
                <a:gd name="T27" fmla="*/ 166 h 166"/>
                <a:gd name="T28" fmla="*/ 83 w 332"/>
                <a:gd name="T29" fmla="*/ 166 h 166"/>
                <a:gd name="T30" fmla="*/ 61 w 332"/>
                <a:gd name="T31" fmla="*/ 163 h 166"/>
                <a:gd name="T32" fmla="*/ 42 w 332"/>
                <a:gd name="T33" fmla="*/ 155 h 166"/>
                <a:gd name="T34" fmla="*/ 24 w 332"/>
                <a:gd name="T35" fmla="*/ 142 h 166"/>
                <a:gd name="T36" fmla="*/ 11 w 332"/>
                <a:gd name="T37" fmla="*/ 124 h 166"/>
                <a:gd name="T38" fmla="*/ 3 w 332"/>
                <a:gd name="T39" fmla="*/ 104 h 166"/>
                <a:gd name="T40" fmla="*/ 0 w 332"/>
                <a:gd name="T41" fmla="*/ 83 h 166"/>
                <a:gd name="T42" fmla="*/ 3 w 332"/>
                <a:gd name="T43" fmla="*/ 61 h 166"/>
                <a:gd name="T44" fmla="*/ 11 w 332"/>
                <a:gd name="T45" fmla="*/ 41 h 166"/>
                <a:gd name="T46" fmla="*/ 24 w 332"/>
                <a:gd name="T47" fmla="*/ 24 h 166"/>
                <a:gd name="T48" fmla="*/ 42 w 332"/>
                <a:gd name="T49" fmla="*/ 11 h 166"/>
                <a:gd name="T50" fmla="*/ 61 w 332"/>
                <a:gd name="T51" fmla="*/ 3 h 166"/>
                <a:gd name="T52" fmla="*/ 83 w 332"/>
                <a:gd name="T53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32" h="166">
                  <a:moveTo>
                    <a:pt x="83" y="0"/>
                  </a:moveTo>
                  <a:lnTo>
                    <a:pt x="249" y="0"/>
                  </a:lnTo>
                  <a:lnTo>
                    <a:pt x="271" y="3"/>
                  </a:lnTo>
                  <a:lnTo>
                    <a:pt x="290" y="11"/>
                  </a:lnTo>
                  <a:lnTo>
                    <a:pt x="308" y="24"/>
                  </a:lnTo>
                  <a:lnTo>
                    <a:pt x="321" y="41"/>
                  </a:lnTo>
                  <a:lnTo>
                    <a:pt x="329" y="61"/>
                  </a:lnTo>
                  <a:lnTo>
                    <a:pt x="332" y="83"/>
                  </a:lnTo>
                  <a:lnTo>
                    <a:pt x="329" y="104"/>
                  </a:lnTo>
                  <a:lnTo>
                    <a:pt x="321" y="124"/>
                  </a:lnTo>
                  <a:lnTo>
                    <a:pt x="308" y="142"/>
                  </a:lnTo>
                  <a:lnTo>
                    <a:pt x="290" y="155"/>
                  </a:lnTo>
                  <a:lnTo>
                    <a:pt x="271" y="163"/>
                  </a:lnTo>
                  <a:lnTo>
                    <a:pt x="249" y="166"/>
                  </a:lnTo>
                  <a:lnTo>
                    <a:pt x="83" y="166"/>
                  </a:lnTo>
                  <a:lnTo>
                    <a:pt x="61" y="163"/>
                  </a:lnTo>
                  <a:lnTo>
                    <a:pt x="42" y="155"/>
                  </a:lnTo>
                  <a:lnTo>
                    <a:pt x="24" y="142"/>
                  </a:lnTo>
                  <a:lnTo>
                    <a:pt x="11" y="124"/>
                  </a:lnTo>
                  <a:lnTo>
                    <a:pt x="3" y="104"/>
                  </a:lnTo>
                  <a:lnTo>
                    <a:pt x="0" y="83"/>
                  </a:lnTo>
                  <a:lnTo>
                    <a:pt x="3" y="61"/>
                  </a:lnTo>
                  <a:lnTo>
                    <a:pt x="11" y="41"/>
                  </a:lnTo>
                  <a:lnTo>
                    <a:pt x="24" y="24"/>
                  </a:lnTo>
                  <a:lnTo>
                    <a:pt x="42" y="11"/>
                  </a:lnTo>
                  <a:lnTo>
                    <a:pt x="61" y="3"/>
                  </a:lnTo>
                  <a:lnTo>
                    <a:pt x="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6" name="Freeform 27"/>
            <p:cNvSpPr>
              <a:spLocks/>
            </p:cNvSpPr>
            <p:nvPr/>
          </p:nvSpPr>
          <p:spPr bwMode="auto">
            <a:xfrm>
              <a:off x="5542" y="481"/>
              <a:ext cx="54" cy="12"/>
            </a:xfrm>
            <a:custGeom>
              <a:avLst/>
              <a:gdLst>
                <a:gd name="T0" fmla="*/ 83 w 804"/>
                <a:gd name="T1" fmla="*/ 0 h 166"/>
                <a:gd name="T2" fmla="*/ 721 w 804"/>
                <a:gd name="T3" fmla="*/ 0 h 166"/>
                <a:gd name="T4" fmla="*/ 743 w 804"/>
                <a:gd name="T5" fmla="*/ 3 h 166"/>
                <a:gd name="T6" fmla="*/ 762 w 804"/>
                <a:gd name="T7" fmla="*/ 12 h 166"/>
                <a:gd name="T8" fmla="*/ 780 w 804"/>
                <a:gd name="T9" fmla="*/ 24 h 166"/>
                <a:gd name="T10" fmla="*/ 793 w 804"/>
                <a:gd name="T11" fmla="*/ 41 h 166"/>
                <a:gd name="T12" fmla="*/ 801 w 804"/>
                <a:gd name="T13" fmla="*/ 62 h 166"/>
                <a:gd name="T14" fmla="*/ 804 w 804"/>
                <a:gd name="T15" fmla="*/ 83 h 166"/>
                <a:gd name="T16" fmla="*/ 801 w 804"/>
                <a:gd name="T17" fmla="*/ 105 h 166"/>
                <a:gd name="T18" fmla="*/ 793 w 804"/>
                <a:gd name="T19" fmla="*/ 125 h 166"/>
                <a:gd name="T20" fmla="*/ 780 w 804"/>
                <a:gd name="T21" fmla="*/ 141 h 166"/>
                <a:gd name="T22" fmla="*/ 762 w 804"/>
                <a:gd name="T23" fmla="*/ 154 h 166"/>
                <a:gd name="T24" fmla="*/ 743 w 804"/>
                <a:gd name="T25" fmla="*/ 163 h 166"/>
                <a:gd name="T26" fmla="*/ 721 w 804"/>
                <a:gd name="T27" fmla="*/ 166 h 166"/>
                <a:gd name="T28" fmla="*/ 83 w 804"/>
                <a:gd name="T29" fmla="*/ 166 h 166"/>
                <a:gd name="T30" fmla="*/ 61 w 804"/>
                <a:gd name="T31" fmla="*/ 163 h 166"/>
                <a:gd name="T32" fmla="*/ 42 w 804"/>
                <a:gd name="T33" fmla="*/ 154 h 166"/>
                <a:gd name="T34" fmla="*/ 24 w 804"/>
                <a:gd name="T35" fmla="*/ 141 h 166"/>
                <a:gd name="T36" fmla="*/ 11 w 804"/>
                <a:gd name="T37" fmla="*/ 125 h 166"/>
                <a:gd name="T38" fmla="*/ 3 w 804"/>
                <a:gd name="T39" fmla="*/ 105 h 166"/>
                <a:gd name="T40" fmla="*/ 0 w 804"/>
                <a:gd name="T41" fmla="*/ 83 h 166"/>
                <a:gd name="T42" fmla="*/ 3 w 804"/>
                <a:gd name="T43" fmla="*/ 62 h 166"/>
                <a:gd name="T44" fmla="*/ 11 w 804"/>
                <a:gd name="T45" fmla="*/ 41 h 166"/>
                <a:gd name="T46" fmla="*/ 24 w 804"/>
                <a:gd name="T47" fmla="*/ 24 h 166"/>
                <a:gd name="T48" fmla="*/ 42 w 804"/>
                <a:gd name="T49" fmla="*/ 12 h 166"/>
                <a:gd name="T50" fmla="*/ 61 w 804"/>
                <a:gd name="T51" fmla="*/ 3 h 166"/>
                <a:gd name="T52" fmla="*/ 83 w 804"/>
                <a:gd name="T53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04" h="166">
                  <a:moveTo>
                    <a:pt x="83" y="0"/>
                  </a:moveTo>
                  <a:lnTo>
                    <a:pt x="721" y="0"/>
                  </a:lnTo>
                  <a:lnTo>
                    <a:pt x="743" y="3"/>
                  </a:lnTo>
                  <a:lnTo>
                    <a:pt x="762" y="12"/>
                  </a:lnTo>
                  <a:lnTo>
                    <a:pt x="780" y="24"/>
                  </a:lnTo>
                  <a:lnTo>
                    <a:pt x="793" y="41"/>
                  </a:lnTo>
                  <a:lnTo>
                    <a:pt x="801" y="62"/>
                  </a:lnTo>
                  <a:lnTo>
                    <a:pt x="804" y="83"/>
                  </a:lnTo>
                  <a:lnTo>
                    <a:pt x="801" y="105"/>
                  </a:lnTo>
                  <a:lnTo>
                    <a:pt x="793" y="125"/>
                  </a:lnTo>
                  <a:lnTo>
                    <a:pt x="780" y="141"/>
                  </a:lnTo>
                  <a:lnTo>
                    <a:pt x="762" y="154"/>
                  </a:lnTo>
                  <a:lnTo>
                    <a:pt x="743" y="163"/>
                  </a:lnTo>
                  <a:lnTo>
                    <a:pt x="721" y="166"/>
                  </a:lnTo>
                  <a:lnTo>
                    <a:pt x="83" y="166"/>
                  </a:lnTo>
                  <a:lnTo>
                    <a:pt x="61" y="163"/>
                  </a:lnTo>
                  <a:lnTo>
                    <a:pt x="42" y="154"/>
                  </a:lnTo>
                  <a:lnTo>
                    <a:pt x="24" y="141"/>
                  </a:lnTo>
                  <a:lnTo>
                    <a:pt x="11" y="125"/>
                  </a:lnTo>
                  <a:lnTo>
                    <a:pt x="3" y="105"/>
                  </a:lnTo>
                  <a:lnTo>
                    <a:pt x="0" y="83"/>
                  </a:lnTo>
                  <a:lnTo>
                    <a:pt x="3" y="62"/>
                  </a:lnTo>
                  <a:lnTo>
                    <a:pt x="11" y="41"/>
                  </a:lnTo>
                  <a:lnTo>
                    <a:pt x="24" y="24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7" name="Freeform 28"/>
            <p:cNvSpPr>
              <a:spLocks/>
            </p:cNvSpPr>
            <p:nvPr/>
          </p:nvSpPr>
          <p:spPr bwMode="auto">
            <a:xfrm>
              <a:off x="5542" y="502"/>
              <a:ext cx="47" cy="11"/>
            </a:xfrm>
            <a:custGeom>
              <a:avLst/>
              <a:gdLst>
                <a:gd name="T0" fmla="*/ 83 w 710"/>
                <a:gd name="T1" fmla="*/ 0 h 165"/>
                <a:gd name="T2" fmla="*/ 627 w 710"/>
                <a:gd name="T3" fmla="*/ 0 h 165"/>
                <a:gd name="T4" fmla="*/ 648 w 710"/>
                <a:gd name="T5" fmla="*/ 3 h 165"/>
                <a:gd name="T6" fmla="*/ 668 w 710"/>
                <a:gd name="T7" fmla="*/ 11 h 165"/>
                <a:gd name="T8" fmla="*/ 686 w 710"/>
                <a:gd name="T9" fmla="*/ 24 h 165"/>
                <a:gd name="T10" fmla="*/ 698 w 710"/>
                <a:gd name="T11" fmla="*/ 41 h 165"/>
                <a:gd name="T12" fmla="*/ 707 w 710"/>
                <a:gd name="T13" fmla="*/ 60 h 165"/>
                <a:gd name="T14" fmla="*/ 710 w 710"/>
                <a:gd name="T15" fmla="*/ 82 h 165"/>
                <a:gd name="T16" fmla="*/ 707 w 710"/>
                <a:gd name="T17" fmla="*/ 105 h 165"/>
                <a:gd name="T18" fmla="*/ 698 w 710"/>
                <a:gd name="T19" fmla="*/ 125 h 165"/>
                <a:gd name="T20" fmla="*/ 686 w 710"/>
                <a:gd name="T21" fmla="*/ 141 h 165"/>
                <a:gd name="T22" fmla="*/ 668 w 710"/>
                <a:gd name="T23" fmla="*/ 154 h 165"/>
                <a:gd name="T24" fmla="*/ 648 w 710"/>
                <a:gd name="T25" fmla="*/ 162 h 165"/>
                <a:gd name="T26" fmla="*/ 627 w 710"/>
                <a:gd name="T27" fmla="*/ 165 h 165"/>
                <a:gd name="T28" fmla="*/ 83 w 710"/>
                <a:gd name="T29" fmla="*/ 165 h 165"/>
                <a:gd name="T30" fmla="*/ 61 w 710"/>
                <a:gd name="T31" fmla="*/ 162 h 165"/>
                <a:gd name="T32" fmla="*/ 42 w 710"/>
                <a:gd name="T33" fmla="*/ 154 h 165"/>
                <a:gd name="T34" fmla="*/ 24 w 710"/>
                <a:gd name="T35" fmla="*/ 141 h 165"/>
                <a:gd name="T36" fmla="*/ 11 w 710"/>
                <a:gd name="T37" fmla="*/ 125 h 165"/>
                <a:gd name="T38" fmla="*/ 3 w 710"/>
                <a:gd name="T39" fmla="*/ 105 h 165"/>
                <a:gd name="T40" fmla="*/ 0 w 710"/>
                <a:gd name="T41" fmla="*/ 82 h 165"/>
                <a:gd name="T42" fmla="*/ 3 w 710"/>
                <a:gd name="T43" fmla="*/ 60 h 165"/>
                <a:gd name="T44" fmla="*/ 11 w 710"/>
                <a:gd name="T45" fmla="*/ 41 h 165"/>
                <a:gd name="T46" fmla="*/ 24 w 710"/>
                <a:gd name="T47" fmla="*/ 24 h 165"/>
                <a:gd name="T48" fmla="*/ 42 w 710"/>
                <a:gd name="T49" fmla="*/ 11 h 165"/>
                <a:gd name="T50" fmla="*/ 61 w 710"/>
                <a:gd name="T51" fmla="*/ 3 h 165"/>
                <a:gd name="T52" fmla="*/ 83 w 710"/>
                <a:gd name="T53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0" h="165">
                  <a:moveTo>
                    <a:pt x="83" y="0"/>
                  </a:moveTo>
                  <a:lnTo>
                    <a:pt x="627" y="0"/>
                  </a:lnTo>
                  <a:lnTo>
                    <a:pt x="648" y="3"/>
                  </a:lnTo>
                  <a:lnTo>
                    <a:pt x="668" y="11"/>
                  </a:lnTo>
                  <a:lnTo>
                    <a:pt x="686" y="24"/>
                  </a:lnTo>
                  <a:lnTo>
                    <a:pt x="698" y="41"/>
                  </a:lnTo>
                  <a:lnTo>
                    <a:pt x="707" y="60"/>
                  </a:lnTo>
                  <a:lnTo>
                    <a:pt x="710" y="82"/>
                  </a:lnTo>
                  <a:lnTo>
                    <a:pt x="707" y="105"/>
                  </a:lnTo>
                  <a:lnTo>
                    <a:pt x="698" y="125"/>
                  </a:lnTo>
                  <a:lnTo>
                    <a:pt x="686" y="141"/>
                  </a:lnTo>
                  <a:lnTo>
                    <a:pt x="668" y="154"/>
                  </a:lnTo>
                  <a:lnTo>
                    <a:pt x="648" y="162"/>
                  </a:lnTo>
                  <a:lnTo>
                    <a:pt x="627" y="165"/>
                  </a:lnTo>
                  <a:lnTo>
                    <a:pt x="83" y="165"/>
                  </a:lnTo>
                  <a:lnTo>
                    <a:pt x="61" y="162"/>
                  </a:lnTo>
                  <a:lnTo>
                    <a:pt x="42" y="154"/>
                  </a:lnTo>
                  <a:lnTo>
                    <a:pt x="24" y="141"/>
                  </a:lnTo>
                  <a:lnTo>
                    <a:pt x="11" y="125"/>
                  </a:lnTo>
                  <a:lnTo>
                    <a:pt x="3" y="105"/>
                  </a:lnTo>
                  <a:lnTo>
                    <a:pt x="0" y="82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4" y="24"/>
                  </a:lnTo>
                  <a:lnTo>
                    <a:pt x="42" y="11"/>
                  </a:lnTo>
                  <a:lnTo>
                    <a:pt x="61" y="3"/>
                  </a:lnTo>
                  <a:lnTo>
                    <a:pt x="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grpSp>
        <p:nvGrpSpPr>
          <p:cNvPr id="66" name="Group 40"/>
          <p:cNvGrpSpPr>
            <a:grpSpLocks noChangeAspect="1"/>
          </p:cNvGrpSpPr>
          <p:nvPr/>
        </p:nvGrpSpPr>
        <p:grpSpPr bwMode="auto">
          <a:xfrm>
            <a:off x="9328939" y="3867773"/>
            <a:ext cx="224460" cy="279086"/>
            <a:chOff x="270" y="295"/>
            <a:chExt cx="2112" cy="2626"/>
          </a:xfrm>
          <a:solidFill>
            <a:schemeClr val="bg1"/>
          </a:solidFill>
        </p:grpSpPr>
        <p:sp>
          <p:nvSpPr>
            <p:cNvPr id="67" name="Freeform 42"/>
            <p:cNvSpPr>
              <a:spLocks noEditPoints="1"/>
            </p:cNvSpPr>
            <p:nvPr/>
          </p:nvSpPr>
          <p:spPr bwMode="auto">
            <a:xfrm>
              <a:off x="270" y="295"/>
              <a:ext cx="2112" cy="2626"/>
            </a:xfrm>
            <a:custGeom>
              <a:avLst/>
              <a:gdLst>
                <a:gd name="T0" fmla="*/ 3522 w 4224"/>
                <a:gd name="T1" fmla="*/ 3248 h 5251"/>
                <a:gd name="T2" fmla="*/ 2112 w 4224"/>
                <a:gd name="T3" fmla="*/ 0 h 5251"/>
                <a:gd name="T4" fmla="*/ 2229 w 4224"/>
                <a:gd name="T5" fmla="*/ 35 h 5251"/>
                <a:gd name="T6" fmla="*/ 2304 w 4224"/>
                <a:gd name="T7" fmla="*/ 128 h 5251"/>
                <a:gd name="T8" fmla="*/ 2320 w 4224"/>
                <a:gd name="T9" fmla="*/ 435 h 5251"/>
                <a:gd name="T10" fmla="*/ 4085 w 4224"/>
                <a:gd name="T11" fmla="*/ 453 h 5251"/>
                <a:gd name="T12" fmla="*/ 4186 w 4224"/>
                <a:gd name="T13" fmla="*/ 536 h 5251"/>
                <a:gd name="T14" fmla="*/ 4224 w 4224"/>
                <a:gd name="T15" fmla="*/ 662 h 5251"/>
                <a:gd name="T16" fmla="*/ 4186 w 4224"/>
                <a:gd name="T17" fmla="*/ 790 h 5251"/>
                <a:gd name="T18" fmla="*/ 4085 w 4224"/>
                <a:gd name="T19" fmla="*/ 873 h 5251"/>
                <a:gd name="T20" fmla="*/ 3938 w 4224"/>
                <a:gd name="T21" fmla="*/ 891 h 5251"/>
                <a:gd name="T22" fmla="*/ 4042 w 4224"/>
                <a:gd name="T23" fmla="*/ 3253 h 5251"/>
                <a:gd name="T24" fmla="*/ 4157 w 4224"/>
                <a:gd name="T25" fmla="*/ 3315 h 5251"/>
                <a:gd name="T26" fmla="*/ 4219 w 4224"/>
                <a:gd name="T27" fmla="*/ 3430 h 5251"/>
                <a:gd name="T28" fmla="*/ 4206 w 4224"/>
                <a:gd name="T29" fmla="*/ 3565 h 5251"/>
                <a:gd name="T30" fmla="*/ 4123 w 4224"/>
                <a:gd name="T31" fmla="*/ 3665 h 5251"/>
                <a:gd name="T32" fmla="*/ 3995 w 4224"/>
                <a:gd name="T33" fmla="*/ 3705 h 5251"/>
                <a:gd name="T34" fmla="*/ 2973 w 4224"/>
                <a:gd name="T35" fmla="*/ 5001 h 5251"/>
                <a:gd name="T36" fmla="*/ 2962 w 4224"/>
                <a:gd name="T37" fmla="*/ 5120 h 5251"/>
                <a:gd name="T38" fmla="*/ 2888 w 4224"/>
                <a:gd name="T39" fmla="*/ 5214 h 5251"/>
                <a:gd name="T40" fmla="*/ 2770 w 4224"/>
                <a:gd name="T41" fmla="*/ 5251 h 5251"/>
                <a:gd name="T42" fmla="*/ 2656 w 4224"/>
                <a:gd name="T43" fmla="*/ 5217 h 5251"/>
                <a:gd name="T44" fmla="*/ 2578 w 4224"/>
                <a:gd name="T45" fmla="*/ 5125 h 5251"/>
                <a:gd name="T46" fmla="*/ 1626 w 4224"/>
                <a:gd name="T47" fmla="*/ 5161 h 5251"/>
                <a:gd name="T48" fmla="*/ 1533 w 4224"/>
                <a:gd name="T49" fmla="*/ 5237 h 5251"/>
                <a:gd name="T50" fmla="*/ 1414 w 4224"/>
                <a:gd name="T51" fmla="*/ 5246 h 5251"/>
                <a:gd name="T52" fmla="*/ 1306 w 4224"/>
                <a:gd name="T53" fmla="*/ 5187 h 5251"/>
                <a:gd name="T54" fmla="*/ 1251 w 4224"/>
                <a:gd name="T55" fmla="*/ 5083 h 5251"/>
                <a:gd name="T56" fmla="*/ 1264 w 4224"/>
                <a:gd name="T57" fmla="*/ 4961 h 5251"/>
                <a:gd name="T58" fmla="*/ 182 w 4224"/>
                <a:gd name="T59" fmla="*/ 3701 h 5251"/>
                <a:gd name="T60" fmla="*/ 67 w 4224"/>
                <a:gd name="T61" fmla="*/ 3638 h 5251"/>
                <a:gd name="T62" fmla="*/ 5 w 4224"/>
                <a:gd name="T63" fmla="*/ 3521 h 5251"/>
                <a:gd name="T64" fmla="*/ 18 w 4224"/>
                <a:gd name="T65" fmla="*/ 3387 h 5251"/>
                <a:gd name="T66" fmla="*/ 101 w 4224"/>
                <a:gd name="T67" fmla="*/ 3286 h 5251"/>
                <a:gd name="T68" fmla="*/ 229 w 4224"/>
                <a:gd name="T69" fmla="*/ 3248 h 5251"/>
                <a:gd name="T70" fmla="*/ 229 w 4224"/>
                <a:gd name="T71" fmla="*/ 891 h 5251"/>
                <a:gd name="T72" fmla="*/ 101 w 4224"/>
                <a:gd name="T73" fmla="*/ 853 h 5251"/>
                <a:gd name="T74" fmla="*/ 18 w 4224"/>
                <a:gd name="T75" fmla="*/ 752 h 5251"/>
                <a:gd name="T76" fmla="*/ 5 w 4224"/>
                <a:gd name="T77" fmla="*/ 617 h 5251"/>
                <a:gd name="T78" fmla="*/ 67 w 4224"/>
                <a:gd name="T79" fmla="*/ 501 h 5251"/>
                <a:gd name="T80" fmla="*/ 182 w 4224"/>
                <a:gd name="T81" fmla="*/ 440 h 5251"/>
                <a:gd name="T82" fmla="*/ 1904 w 4224"/>
                <a:gd name="T83" fmla="*/ 208 h 5251"/>
                <a:gd name="T84" fmla="*/ 1939 w 4224"/>
                <a:gd name="T85" fmla="*/ 93 h 5251"/>
                <a:gd name="T86" fmla="*/ 2030 w 4224"/>
                <a:gd name="T87" fmla="*/ 16 h 5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224" h="5251">
                  <a:moveTo>
                    <a:pt x="702" y="891"/>
                  </a:moveTo>
                  <a:lnTo>
                    <a:pt x="702" y="3248"/>
                  </a:lnTo>
                  <a:lnTo>
                    <a:pt x="3522" y="3248"/>
                  </a:lnTo>
                  <a:lnTo>
                    <a:pt x="3522" y="891"/>
                  </a:lnTo>
                  <a:lnTo>
                    <a:pt x="702" y="891"/>
                  </a:lnTo>
                  <a:close/>
                  <a:moveTo>
                    <a:pt x="2112" y="0"/>
                  </a:moveTo>
                  <a:lnTo>
                    <a:pt x="2154" y="5"/>
                  </a:lnTo>
                  <a:lnTo>
                    <a:pt x="2194" y="16"/>
                  </a:lnTo>
                  <a:lnTo>
                    <a:pt x="2229" y="35"/>
                  </a:lnTo>
                  <a:lnTo>
                    <a:pt x="2259" y="61"/>
                  </a:lnTo>
                  <a:lnTo>
                    <a:pt x="2285" y="93"/>
                  </a:lnTo>
                  <a:lnTo>
                    <a:pt x="2304" y="128"/>
                  </a:lnTo>
                  <a:lnTo>
                    <a:pt x="2317" y="166"/>
                  </a:lnTo>
                  <a:lnTo>
                    <a:pt x="2320" y="208"/>
                  </a:lnTo>
                  <a:lnTo>
                    <a:pt x="2320" y="435"/>
                  </a:lnTo>
                  <a:lnTo>
                    <a:pt x="3995" y="435"/>
                  </a:lnTo>
                  <a:lnTo>
                    <a:pt x="4042" y="440"/>
                  </a:lnTo>
                  <a:lnTo>
                    <a:pt x="4085" y="453"/>
                  </a:lnTo>
                  <a:lnTo>
                    <a:pt x="4123" y="473"/>
                  </a:lnTo>
                  <a:lnTo>
                    <a:pt x="4157" y="501"/>
                  </a:lnTo>
                  <a:lnTo>
                    <a:pt x="4186" y="536"/>
                  </a:lnTo>
                  <a:lnTo>
                    <a:pt x="4206" y="574"/>
                  </a:lnTo>
                  <a:lnTo>
                    <a:pt x="4219" y="617"/>
                  </a:lnTo>
                  <a:lnTo>
                    <a:pt x="4224" y="662"/>
                  </a:lnTo>
                  <a:lnTo>
                    <a:pt x="4219" y="709"/>
                  </a:lnTo>
                  <a:lnTo>
                    <a:pt x="4206" y="752"/>
                  </a:lnTo>
                  <a:lnTo>
                    <a:pt x="4186" y="790"/>
                  </a:lnTo>
                  <a:lnTo>
                    <a:pt x="4157" y="824"/>
                  </a:lnTo>
                  <a:lnTo>
                    <a:pt x="4123" y="853"/>
                  </a:lnTo>
                  <a:lnTo>
                    <a:pt x="4085" y="873"/>
                  </a:lnTo>
                  <a:lnTo>
                    <a:pt x="4042" y="886"/>
                  </a:lnTo>
                  <a:lnTo>
                    <a:pt x="3995" y="891"/>
                  </a:lnTo>
                  <a:lnTo>
                    <a:pt x="3938" y="891"/>
                  </a:lnTo>
                  <a:lnTo>
                    <a:pt x="3938" y="3248"/>
                  </a:lnTo>
                  <a:lnTo>
                    <a:pt x="3995" y="3248"/>
                  </a:lnTo>
                  <a:lnTo>
                    <a:pt x="4042" y="3253"/>
                  </a:lnTo>
                  <a:lnTo>
                    <a:pt x="4085" y="3265"/>
                  </a:lnTo>
                  <a:lnTo>
                    <a:pt x="4123" y="3286"/>
                  </a:lnTo>
                  <a:lnTo>
                    <a:pt x="4157" y="3315"/>
                  </a:lnTo>
                  <a:lnTo>
                    <a:pt x="4186" y="3349"/>
                  </a:lnTo>
                  <a:lnTo>
                    <a:pt x="4206" y="3387"/>
                  </a:lnTo>
                  <a:lnTo>
                    <a:pt x="4219" y="3430"/>
                  </a:lnTo>
                  <a:lnTo>
                    <a:pt x="4224" y="3477"/>
                  </a:lnTo>
                  <a:lnTo>
                    <a:pt x="4219" y="3521"/>
                  </a:lnTo>
                  <a:lnTo>
                    <a:pt x="4206" y="3565"/>
                  </a:lnTo>
                  <a:lnTo>
                    <a:pt x="4186" y="3605"/>
                  </a:lnTo>
                  <a:lnTo>
                    <a:pt x="4157" y="3638"/>
                  </a:lnTo>
                  <a:lnTo>
                    <a:pt x="4123" y="3665"/>
                  </a:lnTo>
                  <a:lnTo>
                    <a:pt x="4085" y="3686"/>
                  </a:lnTo>
                  <a:lnTo>
                    <a:pt x="4042" y="3701"/>
                  </a:lnTo>
                  <a:lnTo>
                    <a:pt x="3995" y="3705"/>
                  </a:lnTo>
                  <a:lnTo>
                    <a:pt x="2427" y="3705"/>
                  </a:lnTo>
                  <a:lnTo>
                    <a:pt x="2960" y="4961"/>
                  </a:lnTo>
                  <a:lnTo>
                    <a:pt x="2973" y="5001"/>
                  </a:lnTo>
                  <a:lnTo>
                    <a:pt x="2978" y="5043"/>
                  </a:lnTo>
                  <a:lnTo>
                    <a:pt x="2973" y="5083"/>
                  </a:lnTo>
                  <a:lnTo>
                    <a:pt x="2962" y="5120"/>
                  </a:lnTo>
                  <a:lnTo>
                    <a:pt x="2944" y="5157"/>
                  </a:lnTo>
                  <a:lnTo>
                    <a:pt x="2918" y="5187"/>
                  </a:lnTo>
                  <a:lnTo>
                    <a:pt x="2888" y="5214"/>
                  </a:lnTo>
                  <a:lnTo>
                    <a:pt x="2851" y="5235"/>
                  </a:lnTo>
                  <a:lnTo>
                    <a:pt x="2810" y="5246"/>
                  </a:lnTo>
                  <a:lnTo>
                    <a:pt x="2770" y="5251"/>
                  </a:lnTo>
                  <a:lnTo>
                    <a:pt x="2730" y="5248"/>
                  </a:lnTo>
                  <a:lnTo>
                    <a:pt x="2691" y="5235"/>
                  </a:lnTo>
                  <a:lnTo>
                    <a:pt x="2656" y="5217"/>
                  </a:lnTo>
                  <a:lnTo>
                    <a:pt x="2624" y="5192"/>
                  </a:lnTo>
                  <a:lnTo>
                    <a:pt x="2597" y="5161"/>
                  </a:lnTo>
                  <a:lnTo>
                    <a:pt x="2578" y="5125"/>
                  </a:lnTo>
                  <a:lnTo>
                    <a:pt x="2112" y="4030"/>
                  </a:lnTo>
                  <a:lnTo>
                    <a:pt x="1646" y="5125"/>
                  </a:lnTo>
                  <a:lnTo>
                    <a:pt x="1626" y="5161"/>
                  </a:lnTo>
                  <a:lnTo>
                    <a:pt x="1600" y="5192"/>
                  </a:lnTo>
                  <a:lnTo>
                    <a:pt x="1568" y="5217"/>
                  </a:lnTo>
                  <a:lnTo>
                    <a:pt x="1533" y="5237"/>
                  </a:lnTo>
                  <a:lnTo>
                    <a:pt x="1494" y="5248"/>
                  </a:lnTo>
                  <a:lnTo>
                    <a:pt x="1454" y="5251"/>
                  </a:lnTo>
                  <a:lnTo>
                    <a:pt x="1414" y="5246"/>
                  </a:lnTo>
                  <a:lnTo>
                    <a:pt x="1373" y="5235"/>
                  </a:lnTo>
                  <a:lnTo>
                    <a:pt x="1336" y="5214"/>
                  </a:lnTo>
                  <a:lnTo>
                    <a:pt x="1306" y="5187"/>
                  </a:lnTo>
                  <a:lnTo>
                    <a:pt x="1280" y="5157"/>
                  </a:lnTo>
                  <a:lnTo>
                    <a:pt x="1262" y="5120"/>
                  </a:lnTo>
                  <a:lnTo>
                    <a:pt x="1251" y="5083"/>
                  </a:lnTo>
                  <a:lnTo>
                    <a:pt x="1246" y="5043"/>
                  </a:lnTo>
                  <a:lnTo>
                    <a:pt x="1251" y="5001"/>
                  </a:lnTo>
                  <a:lnTo>
                    <a:pt x="1264" y="4961"/>
                  </a:lnTo>
                  <a:lnTo>
                    <a:pt x="1797" y="3705"/>
                  </a:lnTo>
                  <a:lnTo>
                    <a:pt x="229" y="3705"/>
                  </a:lnTo>
                  <a:lnTo>
                    <a:pt x="182" y="3701"/>
                  </a:lnTo>
                  <a:lnTo>
                    <a:pt x="139" y="3686"/>
                  </a:lnTo>
                  <a:lnTo>
                    <a:pt x="101" y="3665"/>
                  </a:lnTo>
                  <a:lnTo>
                    <a:pt x="67" y="3638"/>
                  </a:lnTo>
                  <a:lnTo>
                    <a:pt x="38" y="3605"/>
                  </a:lnTo>
                  <a:lnTo>
                    <a:pt x="18" y="3565"/>
                  </a:lnTo>
                  <a:lnTo>
                    <a:pt x="5" y="3521"/>
                  </a:lnTo>
                  <a:lnTo>
                    <a:pt x="0" y="3477"/>
                  </a:lnTo>
                  <a:lnTo>
                    <a:pt x="5" y="3430"/>
                  </a:lnTo>
                  <a:lnTo>
                    <a:pt x="18" y="3387"/>
                  </a:lnTo>
                  <a:lnTo>
                    <a:pt x="38" y="3349"/>
                  </a:lnTo>
                  <a:lnTo>
                    <a:pt x="67" y="3315"/>
                  </a:lnTo>
                  <a:lnTo>
                    <a:pt x="101" y="3286"/>
                  </a:lnTo>
                  <a:lnTo>
                    <a:pt x="139" y="3265"/>
                  </a:lnTo>
                  <a:lnTo>
                    <a:pt x="182" y="3253"/>
                  </a:lnTo>
                  <a:lnTo>
                    <a:pt x="229" y="3248"/>
                  </a:lnTo>
                  <a:lnTo>
                    <a:pt x="286" y="3248"/>
                  </a:lnTo>
                  <a:lnTo>
                    <a:pt x="286" y="891"/>
                  </a:lnTo>
                  <a:lnTo>
                    <a:pt x="229" y="891"/>
                  </a:lnTo>
                  <a:lnTo>
                    <a:pt x="182" y="886"/>
                  </a:lnTo>
                  <a:lnTo>
                    <a:pt x="139" y="873"/>
                  </a:lnTo>
                  <a:lnTo>
                    <a:pt x="101" y="853"/>
                  </a:lnTo>
                  <a:lnTo>
                    <a:pt x="67" y="824"/>
                  </a:lnTo>
                  <a:lnTo>
                    <a:pt x="38" y="790"/>
                  </a:lnTo>
                  <a:lnTo>
                    <a:pt x="18" y="752"/>
                  </a:lnTo>
                  <a:lnTo>
                    <a:pt x="5" y="709"/>
                  </a:lnTo>
                  <a:lnTo>
                    <a:pt x="0" y="662"/>
                  </a:lnTo>
                  <a:lnTo>
                    <a:pt x="5" y="617"/>
                  </a:lnTo>
                  <a:lnTo>
                    <a:pt x="18" y="574"/>
                  </a:lnTo>
                  <a:lnTo>
                    <a:pt x="38" y="536"/>
                  </a:lnTo>
                  <a:lnTo>
                    <a:pt x="67" y="501"/>
                  </a:lnTo>
                  <a:lnTo>
                    <a:pt x="101" y="473"/>
                  </a:lnTo>
                  <a:lnTo>
                    <a:pt x="139" y="453"/>
                  </a:lnTo>
                  <a:lnTo>
                    <a:pt x="182" y="440"/>
                  </a:lnTo>
                  <a:lnTo>
                    <a:pt x="229" y="435"/>
                  </a:lnTo>
                  <a:lnTo>
                    <a:pt x="1904" y="435"/>
                  </a:lnTo>
                  <a:lnTo>
                    <a:pt x="1904" y="208"/>
                  </a:lnTo>
                  <a:lnTo>
                    <a:pt x="1907" y="166"/>
                  </a:lnTo>
                  <a:lnTo>
                    <a:pt x="1920" y="128"/>
                  </a:lnTo>
                  <a:lnTo>
                    <a:pt x="1939" y="93"/>
                  </a:lnTo>
                  <a:lnTo>
                    <a:pt x="1965" y="61"/>
                  </a:lnTo>
                  <a:lnTo>
                    <a:pt x="1995" y="35"/>
                  </a:lnTo>
                  <a:lnTo>
                    <a:pt x="2030" y="16"/>
                  </a:lnTo>
                  <a:lnTo>
                    <a:pt x="2070" y="5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68" name="Freeform 43"/>
            <p:cNvSpPr>
              <a:spLocks/>
            </p:cNvSpPr>
            <p:nvPr/>
          </p:nvSpPr>
          <p:spPr bwMode="auto">
            <a:xfrm>
              <a:off x="838" y="1186"/>
              <a:ext cx="156" cy="527"/>
            </a:xfrm>
            <a:custGeom>
              <a:avLst/>
              <a:gdLst>
                <a:gd name="T0" fmla="*/ 155 w 312"/>
                <a:gd name="T1" fmla="*/ 0 h 1054"/>
                <a:gd name="T2" fmla="*/ 192 w 312"/>
                <a:gd name="T3" fmla="*/ 3 h 1054"/>
                <a:gd name="T4" fmla="*/ 224 w 312"/>
                <a:gd name="T5" fmla="*/ 16 h 1054"/>
                <a:gd name="T6" fmla="*/ 253 w 312"/>
                <a:gd name="T7" fmla="*/ 33 h 1054"/>
                <a:gd name="T8" fmla="*/ 278 w 312"/>
                <a:gd name="T9" fmla="*/ 57 h 1054"/>
                <a:gd name="T10" fmla="*/ 296 w 312"/>
                <a:gd name="T11" fmla="*/ 86 h 1054"/>
                <a:gd name="T12" fmla="*/ 307 w 312"/>
                <a:gd name="T13" fmla="*/ 120 h 1054"/>
                <a:gd name="T14" fmla="*/ 312 w 312"/>
                <a:gd name="T15" fmla="*/ 155 h 1054"/>
                <a:gd name="T16" fmla="*/ 312 w 312"/>
                <a:gd name="T17" fmla="*/ 899 h 1054"/>
                <a:gd name="T18" fmla="*/ 307 w 312"/>
                <a:gd name="T19" fmla="*/ 934 h 1054"/>
                <a:gd name="T20" fmla="*/ 296 w 312"/>
                <a:gd name="T21" fmla="*/ 968 h 1054"/>
                <a:gd name="T22" fmla="*/ 278 w 312"/>
                <a:gd name="T23" fmla="*/ 996 h 1054"/>
                <a:gd name="T24" fmla="*/ 253 w 312"/>
                <a:gd name="T25" fmla="*/ 1020 h 1054"/>
                <a:gd name="T26" fmla="*/ 224 w 312"/>
                <a:gd name="T27" fmla="*/ 1038 h 1054"/>
                <a:gd name="T28" fmla="*/ 192 w 312"/>
                <a:gd name="T29" fmla="*/ 1051 h 1054"/>
                <a:gd name="T30" fmla="*/ 155 w 312"/>
                <a:gd name="T31" fmla="*/ 1054 h 1054"/>
                <a:gd name="T32" fmla="*/ 120 w 312"/>
                <a:gd name="T33" fmla="*/ 1051 h 1054"/>
                <a:gd name="T34" fmla="*/ 86 w 312"/>
                <a:gd name="T35" fmla="*/ 1038 h 1054"/>
                <a:gd name="T36" fmla="*/ 58 w 312"/>
                <a:gd name="T37" fmla="*/ 1020 h 1054"/>
                <a:gd name="T38" fmla="*/ 34 w 312"/>
                <a:gd name="T39" fmla="*/ 996 h 1054"/>
                <a:gd name="T40" fmla="*/ 16 w 312"/>
                <a:gd name="T41" fmla="*/ 968 h 1054"/>
                <a:gd name="T42" fmla="*/ 3 w 312"/>
                <a:gd name="T43" fmla="*/ 934 h 1054"/>
                <a:gd name="T44" fmla="*/ 0 w 312"/>
                <a:gd name="T45" fmla="*/ 899 h 1054"/>
                <a:gd name="T46" fmla="*/ 0 w 312"/>
                <a:gd name="T47" fmla="*/ 155 h 1054"/>
                <a:gd name="T48" fmla="*/ 3 w 312"/>
                <a:gd name="T49" fmla="*/ 120 h 1054"/>
                <a:gd name="T50" fmla="*/ 16 w 312"/>
                <a:gd name="T51" fmla="*/ 86 h 1054"/>
                <a:gd name="T52" fmla="*/ 34 w 312"/>
                <a:gd name="T53" fmla="*/ 57 h 1054"/>
                <a:gd name="T54" fmla="*/ 58 w 312"/>
                <a:gd name="T55" fmla="*/ 33 h 1054"/>
                <a:gd name="T56" fmla="*/ 86 w 312"/>
                <a:gd name="T57" fmla="*/ 16 h 1054"/>
                <a:gd name="T58" fmla="*/ 120 w 312"/>
                <a:gd name="T59" fmla="*/ 3 h 1054"/>
                <a:gd name="T60" fmla="*/ 155 w 312"/>
                <a:gd name="T61" fmla="*/ 0 h 1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2" h="1054">
                  <a:moveTo>
                    <a:pt x="155" y="0"/>
                  </a:moveTo>
                  <a:lnTo>
                    <a:pt x="192" y="3"/>
                  </a:lnTo>
                  <a:lnTo>
                    <a:pt x="224" y="16"/>
                  </a:lnTo>
                  <a:lnTo>
                    <a:pt x="253" y="33"/>
                  </a:lnTo>
                  <a:lnTo>
                    <a:pt x="278" y="57"/>
                  </a:lnTo>
                  <a:lnTo>
                    <a:pt x="296" y="86"/>
                  </a:lnTo>
                  <a:lnTo>
                    <a:pt x="307" y="120"/>
                  </a:lnTo>
                  <a:lnTo>
                    <a:pt x="312" y="155"/>
                  </a:lnTo>
                  <a:lnTo>
                    <a:pt x="312" y="899"/>
                  </a:lnTo>
                  <a:lnTo>
                    <a:pt x="307" y="934"/>
                  </a:lnTo>
                  <a:lnTo>
                    <a:pt x="296" y="968"/>
                  </a:lnTo>
                  <a:lnTo>
                    <a:pt x="278" y="996"/>
                  </a:lnTo>
                  <a:lnTo>
                    <a:pt x="253" y="1020"/>
                  </a:lnTo>
                  <a:lnTo>
                    <a:pt x="224" y="1038"/>
                  </a:lnTo>
                  <a:lnTo>
                    <a:pt x="192" y="1051"/>
                  </a:lnTo>
                  <a:lnTo>
                    <a:pt x="155" y="1054"/>
                  </a:lnTo>
                  <a:lnTo>
                    <a:pt x="120" y="1051"/>
                  </a:lnTo>
                  <a:lnTo>
                    <a:pt x="86" y="1038"/>
                  </a:lnTo>
                  <a:lnTo>
                    <a:pt x="58" y="1020"/>
                  </a:lnTo>
                  <a:lnTo>
                    <a:pt x="34" y="996"/>
                  </a:lnTo>
                  <a:lnTo>
                    <a:pt x="16" y="968"/>
                  </a:lnTo>
                  <a:lnTo>
                    <a:pt x="3" y="934"/>
                  </a:lnTo>
                  <a:lnTo>
                    <a:pt x="0" y="899"/>
                  </a:lnTo>
                  <a:lnTo>
                    <a:pt x="0" y="155"/>
                  </a:lnTo>
                  <a:lnTo>
                    <a:pt x="3" y="120"/>
                  </a:lnTo>
                  <a:lnTo>
                    <a:pt x="16" y="86"/>
                  </a:lnTo>
                  <a:lnTo>
                    <a:pt x="34" y="57"/>
                  </a:lnTo>
                  <a:lnTo>
                    <a:pt x="58" y="33"/>
                  </a:lnTo>
                  <a:lnTo>
                    <a:pt x="86" y="16"/>
                  </a:lnTo>
                  <a:lnTo>
                    <a:pt x="120" y="3"/>
                  </a:lnTo>
                  <a:lnTo>
                    <a:pt x="1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69" name="Freeform 44"/>
            <p:cNvSpPr>
              <a:spLocks/>
            </p:cNvSpPr>
            <p:nvPr/>
          </p:nvSpPr>
          <p:spPr bwMode="auto">
            <a:xfrm>
              <a:off x="1111" y="912"/>
              <a:ext cx="157" cy="801"/>
            </a:xfrm>
            <a:custGeom>
              <a:avLst/>
              <a:gdLst>
                <a:gd name="T0" fmla="*/ 156 w 313"/>
                <a:gd name="T1" fmla="*/ 0 h 1602"/>
                <a:gd name="T2" fmla="*/ 193 w 313"/>
                <a:gd name="T3" fmla="*/ 4 h 1602"/>
                <a:gd name="T4" fmla="*/ 225 w 313"/>
                <a:gd name="T5" fmla="*/ 16 h 1602"/>
                <a:gd name="T6" fmla="*/ 254 w 313"/>
                <a:gd name="T7" fmla="*/ 34 h 1602"/>
                <a:gd name="T8" fmla="*/ 278 w 313"/>
                <a:gd name="T9" fmla="*/ 58 h 1602"/>
                <a:gd name="T10" fmla="*/ 297 w 313"/>
                <a:gd name="T11" fmla="*/ 88 h 1602"/>
                <a:gd name="T12" fmla="*/ 308 w 313"/>
                <a:gd name="T13" fmla="*/ 120 h 1602"/>
                <a:gd name="T14" fmla="*/ 313 w 313"/>
                <a:gd name="T15" fmla="*/ 157 h 1602"/>
                <a:gd name="T16" fmla="*/ 313 w 313"/>
                <a:gd name="T17" fmla="*/ 1447 h 1602"/>
                <a:gd name="T18" fmla="*/ 308 w 313"/>
                <a:gd name="T19" fmla="*/ 1482 h 1602"/>
                <a:gd name="T20" fmla="*/ 297 w 313"/>
                <a:gd name="T21" fmla="*/ 1516 h 1602"/>
                <a:gd name="T22" fmla="*/ 278 w 313"/>
                <a:gd name="T23" fmla="*/ 1544 h 1602"/>
                <a:gd name="T24" fmla="*/ 254 w 313"/>
                <a:gd name="T25" fmla="*/ 1568 h 1602"/>
                <a:gd name="T26" fmla="*/ 225 w 313"/>
                <a:gd name="T27" fmla="*/ 1586 h 1602"/>
                <a:gd name="T28" fmla="*/ 193 w 313"/>
                <a:gd name="T29" fmla="*/ 1599 h 1602"/>
                <a:gd name="T30" fmla="*/ 156 w 313"/>
                <a:gd name="T31" fmla="*/ 1602 h 1602"/>
                <a:gd name="T32" fmla="*/ 121 w 313"/>
                <a:gd name="T33" fmla="*/ 1599 h 1602"/>
                <a:gd name="T34" fmla="*/ 88 w 313"/>
                <a:gd name="T35" fmla="*/ 1586 h 1602"/>
                <a:gd name="T36" fmla="*/ 59 w 313"/>
                <a:gd name="T37" fmla="*/ 1568 h 1602"/>
                <a:gd name="T38" fmla="*/ 35 w 313"/>
                <a:gd name="T39" fmla="*/ 1544 h 1602"/>
                <a:gd name="T40" fmla="*/ 16 w 313"/>
                <a:gd name="T41" fmla="*/ 1516 h 1602"/>
                <a:gd name="T42" fmla="*/ 4 w 313"/>
                <a:gd name="T43" fmla="*/ 1482 h 1602"/>
                <a:gd name="T44" fmla="*/ 0 w 313"/>
                <a:gd name="T45" fmla="*/ 1447 h 1602"/>
                <a:gd name="T46" fmla="*/ 0 w 313"/>
                <a:gd name="T47" fmla="*/ 157 h 1602"/>
                <a:gd name="T48" fmla="*/ 4 w 313"/>
                <a:gd name="T49" fmla="*/ 120 h 1602"/>
                <a:gd name="T50" fmla="*/ 16 w 313"/>
                <a:gd name="T51" fmla="*/ 88 h 1602"/>
                <a:gd name="T52" fmla="*/ 35 w 313"/>
                <a:gd name="T53" fmla="*/ 58 h 1602"/>
                <a:gd name="T54" fmla="*/ 59 w 313"/>
                <a:gd name="T55" fmla="*/ 34 h 1602"/>
                <a:gd name="T56" fmla="*/ 88 w 313"/>
                <a:gd name="T57" fmla="*/ 16 h 1602"/>
                <a:gd name="T58" fmla="*/ 121 w 313"/>
                <a:gd name="T59" fmla="*/ 4 h 1602"/>
                <a:gd name="T60" fmla="*/ 156 w 313"/>
                <a:gd name="T61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3" h="1602">
                  <a:moveTo>
                    <a:pt x="156" y="0"/>
                  </a:moveTo>
                  <a:lnTo>
                    <a:pt x="193" y="4"/>
                  </a:lnTo>
                  <a:lnTo>
                    <a:pt x="225" y="16"/>
                  </a:lnTo>
                  <a:lnTo>
                    <a:pt x="254" y="34"/>
                  </a:lnTo>
                  <a:lnTo>
                    <a:pt x="278" y="58"/>
                  </a:lnTo>
                  <a:lnTo>
                    <a:pt x="297" y="88"/>
                  </a:lnTo>
                  <a:lnTo>
                    <a:pt x="308" y="120"/>
                  </a:lnTo>
                  <a:lnTo>
                    <a:pt x="313" y="157"/>
                  </a:lnTo>
                  <a:lnTo>
                    <a:pt x="313" y="1447"/>
                  </a:lnTo>
                  <a:lnTo>
                    <a:pt x="308" y="1482"/>
                  </a:lnTo>
                  <a:lnTo>
                    <a:pt x="297" y="1516"/>
                  </a:lnTo>
                  <a:lnTo>
                    <a:pt x="278" y="1544"/>
                  </a:lnTo>
                  <a:lnTo>
                    <a:pt x="254" y="1568"/>
                  </a:lnTo>
                  <a:lnTo>
                    <a:pt x="225" y="1586"/>
                  </a:lnTo>
                  <a:lnTo>
                    <a:pt x="193" y="1599"/>
                  </a:lnTo>
                  <a:lnTo>
                    <a:pt x="156" y="1602"/>
                  </a:lnTo>
                  <a:lnTo>
                    <a:pt x="121" y="1599"/>
                  </a:lnTo>
                  <a:lnTo>
                    <a:pt x="88" y="1586"/>
                  </a:lnTo>
                  <a:lnTo>
                    <a:pt x="59" y="1568"/>
                  </a:lnTo>
                  <a:lnTo>
                    <a:pt x="35" y="1544"/>
                  </a:lnTo>
                  <a:lnTo>
                    <a:pt x="16" y="1516"/>
                  </a:lnTo>
                  <a:lnTo>
                    <a:pt x="4" y="1482"/>
                  </a:lnTo>
                  <a:lnTo>
                    <a:pt x="0" y="1447"/>
                  </a:lnTo>
                  <a:lnTo>
                    <a:pt x="0" y="157"/>
                  </a:lnTo>
                  <a:lnTo>
                    <a:pt x="4" y="120"/>
                  </a:lnTo>
                  <a:lnTo>
                    <a:pt x="16" y="88"/>
                  </a:lnTo>
                  <a:lnTo>
                    <a:pt x="35" y="58"/>
                  </a:lnTo>
                  <a:lnTo>
                    <a:pt x="59" y="34"/>
                  </a:lnTo>
                  <a:lnTo>
                    <a:pt x="88" y="16"/>
                  </a:lnTo>
                  <a:lnTo>
                    <a:pt x="121" y="4"/>
                  </a:lnTo>
                  <a:lnTo>
                    <a:pt x="1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70" name="Freeform 45"/>
            <p:cNvSpPr>
              <a:spLocks/>
            </p:cNvSpPr>
            <p:nvPr/>
          </p:nvSpPr>
          <p:spPr bwMode="auto">
            <a:xfrm>
              <a:off x="1384" y="1076"/>
              <a:ext cx="157" cy="637"/>
            </a:xfrm>
            <a:custGeom>
              <a:avLst/>
              <a:gdLst>
                <a:gd name="T0" fmla="*/ 157 w 313"/>
                <a:gd name="T1" fmla="*/ 0 h 1274"/>
                <a:gd name="T2" fmla="*/ 192 w 313"/>
                <a:gd name="T3" fmla="*/ 5 h 1274"/>
                <a:gd name="T4" fmla="*/ 225 w 313"/>
                <a:gd name="T5" fmla="*/ 16 h 1274"/>
                <a:gd name="T6" fmla="*/ 254 w 313"/>
                <a:gd name="T7" fmla="*/ 34 h 1274"/>
                <a:gd name="T8" fmla="*/ 278 w 313"/>
                <a:gd name="T9" fmla="*/ 60 h 1274"/>
                <a:gd name="T10" fmla="*/ 297 w 313"/>
                <a:gd name="T11" fmla="*/ 88 h 1274"/>
                <a:gd name="T12" fmla="*/ 309 w 313"/>
                <a:gd name="T13" fmla="*/ 120 h 1274"/>
                <a:gd name="T14" fmla="*/ 313 w 313"/>
                <a:gd name="T15" fmla="*/ 157 h 1274"/>
                <a:gd name="T16" fmla="*/ 313 w 313"/>
                <a:gd name="T17" fmla="*/ 1119 h 1274"/>
                <a:gd name="T18" fmla="*/ 309 w 313"/>
                <a:gd name="T19" fmla="*/ 1154 h 1274"/>
                <a:gd name="T20" fmla="*/ 297 w 313"/>
                <a:gd name="T21" fmla="*/ 1188 h 1274"/>
                <a:gd name="T22" fmla="*/ 278 w 313"/>
                <a:gd name="T23" fmla="*/ 1216 h 1274"/>
                <a:gd name="T24" fmla="*/ 254 w 313"/>
                <a:gd name="T25" fmla="*/ 1240 h 1274"/>
                <a:gd name="T26" fmla="*/ 225 w 313"/>
                <a:gd name="T27" fmla="*/ 1258 h 1274"/>
                <a:gd name="T28" fmla="*/ 192 w 313"/>
                <a:gd name="T29" fmla="*/ 1271 h 1274"/>
                <a:gd name="T30" fmla="*/ 157 w 313"/>
                <a:gd name="T31" fmla="*/ 1274 h 1274"/>
                <a:gd name="T32" fmla="*/ 120 w 313"/>
                <a:gd name="T33" fmla="*/ 1271 h 1274"/>
                <a:gd name="T34" fmla="*/ 88 w 313"/>
                <a:gd name="T35" fmla="*/ 1258 h 1274"/>
                <a:gd name="T36" fmla="*/ 59 w 313"/>
                <a:gd name="T37" fmla="*/ 1240 h 1274"/>
                <a:gd name="T38" fmla="*/ 35 w 313"/>
                <a:gd name="T39" fmla="*/ 1216 h 1274"/>
                <a:gd name="T40" fmla="*/ 16 w 313"/>
                <a:gd name="T41" fmla="*/ 1188 h 1274"/>
                <a:gd name="T42" fmla="*/ 5 w 313"/>
                <a:gd name="T43" fmla="*/ 1154 h 1274"/>
                <a:gd name="T44" fmla="*/ 0 w 313"/>
                <a:gd name="T45" fmla="*/ 1119 h 1274"/>
                <a:gd name="T46" fmla="*/ 0 w 313"/>
                <a:gd name="T47" fmla="*/ 157 h 1274"/>
                <a:gd name="T48" fmla="*/ 5 w 313"/>
                <a:gd name="T49" fmla="*/ 120 h 1274"/>
                <a:gd name="T50" fmla="*/ 16 w 313"/>
                <a:gd name="T51" fmla="*/ 88 h 1274"/>
                <a:gd name="T52" fmla="*/ 35 w 313"/>
                <a:gd name="T53" fmla="*/ 60 h 1274"/>
                <a:gd name="T54" fmla="*/ 59 w 313"/>
                <a:gd name="T55" fmla="*/ 34 h 1274"/>
                <a:gd name="T56" fmla="*/ 88 w 313"/>
                <a:gd name="T57" fmla="*/ 16 h 1274"/>
                <a:gd name="T58" fmla="*/ 120 w 313"/>
                <a:gd name="T59" fmla="*/ 5 h 1274"/>
                <a:gd name="T60" fmla="*/ 157 w 313"/>
                <a:gd name="T61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3" h="1274">
                  <a:moveTo>
                    <a:pt x="157" y="0"/>
                  </a:moveTo>
                  <a:lnTo>
                    <a:pt x="192" y="5"/>
                  </a:lnTo>
                  <a:lnTo>
                    <a:pt x="225" y="16"/>
                  </a:lnTo>
                  <a:lnTo>
                    <a:pt x="254" y="34"/>
                  </a:lnTo>
                  <a:lnTo>
                    <a:pt x="278" y="60"/>
                  </a:lnTo>
                  <a:lnTo>
                    <a:pt x="297" y="88"/>
                  </a:lnTo>
                  <a:lnTo>
                    <a:pt x="309" y="120"/>
                  </a:lnTo>
                  <a:lnTo>
                    <a:pt x="313" y="157"/>
                  </a:lnTo>
                  <a:lnTo>
                    <a:pt x="313" y="1119"/>
                  </a:lnTo>
                  <a:lnTo>
                    <a:pt x="309" y="1154"/>
                  </a:lnTo>
                  <a:lnTo>
                    <a:pt x="297" y="1188"/>
                  </a:lnTo>
                  <a:lnTo>
                    <a:pt x="278" y="1216"/>
                  </a:lnTo>
                  <a:lnTo>
                    <a:pt x="254" y="1240"/>
                  </a:lnTo>
                  <a:lnTo>
                    <a:pt x="225" y="1258"/>
                  </a:lnTo>
                  <a:lnTo>
                    <a:pt x="192" y="1271"/>
                  </a:lnTo>
                  <a:lnTo>
                    <a:pt x="157" y="1274"/>
                  </a:lnTo>
                  <a:lnTo>
                    <a:pt x="120" y="1271"/>
                  </a:lnTo>
                  <a:lnTo>
                    <a:pt x="88" y="1258"/>
                  </a:lnTo>
                  <a:lnTo>
                    <a:pt x="59" y="1240"/>
                  </a:lnTo>
                  <a:lnTo>
                    <a:pt x="35" y="1216"/>
                  </a:lnTo>
                  <a:lnTo>
                    <a:pt x="16" y="1188"/>
                  </a:lnTo>
                  <a:lnTo>
                    <a:pt x="5" y="1154"/>
                  </a:lnTo>
                  <a:lnTo>
                    <a:pt x="0" y="1119"/>
                  </a:lnTo>
                  <a:lnTo>
                    <a:pt x="0" y="157"/>
                  </a:lnTo>
                  <a:lnTo>
                    <a:pt x="5" y="120"/>
                  </a:lnTo>
                  <a:lnTo>
                    <a:pt x="16" y="88"/>
                  </a:lnTo>
                  <a:lnTo>
                    <a:pt x="35" y="60"/>
                  </a:lnTo>
                  <a:lnTo>
                    <a:pt x="59" y="34"/>
                  </a:lnTo>
                  <a:lnTo>
                    <a:pt x="88" y="16"/>
                  </a:lnTo>
                  <a:lnTo>
                    <a:pt x="120" y="5"/>
                  </a:lnTo>
                  <a:lnTo>
                    <a:pt x="1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71" name="Freeform 46"/>
            <p:cNvSpPr>
              <a:spLocks/>
            </p:cNvSpPr>
            <p:nvPr/>
          </p:nvSpPr>
          <p:spPr bwMode="auto">
            <a:xfrm>
              <a:off x="1658" y="994"/>
              <a:ext cx="156" cy="719"/>
            </a:xfrm>
            <a:custGeom>
              <a:avLst/>
              <a:gdLst>
                <a:gd name="T0" fmla="*/ 157 w 312"/>
                <a:gd name="T1" fmla="*/ 0 h 1438"/>
                <a:gd name="T2" fmla="*/ 192 w 312"/>
                <a:gd name="T3" fmla="*/ 4 h 1438"/>
                <a:gd name="T4" fmla="*/ 226 w 312"/>
                <a:gd name="T5" fmla="*/ 16 h 1438"/>
                <a:gd name="T6" fmla="*/ 254 w 312"/>
                <a:gd name="T7" fmla="*/ 35 h 1438"/>
                <a:gd name="T8" fmla="*/ 278 w 312"/>
                <a:gd name="T9" fmla="*/ 59 h 1438"/>
                <a:gd name="T10" fmla="*/ 296 w 312"/>
                <a:gd name="T11" fmla="*/ 88 h 1438"/>
                <a:gd name="T12" fmla="*/ 309 w 312"/>
                <a:gd name="T13" fmla="*/ 121 h 1438"/>
                <a:gd name="T14" fmla="*/ 312 w 312"/>
                <a:gd name="T15" fmla="*/ 156 h 1438"/>
                <a:gd name="T16" fmla="*/ 312 w 312"/>
                <a:gd name="T17" fmla="*/ 1283 h 1438"/>
                <a:gd name="T18" fmla="*/ 309 w 312"/>
                <a:gd name="T19" fmla="*/ 1318 h 1438"/>
                <a:gd name="T20" fmla="*/ 296 w 312"/>
                <a:gd name="T21" fmla="*/ 1352 h 1438"/>
                <a:gd name="T22" fmla="*/ 278 w 312"/>
                <a:gd name="T23" fmla="*/ 1380 h 1438"/>
                <a:gd name="T24" fmla="*/ 254 w 312"/>
                <a:gd name="T25" fmla="*/ 1404 h 1438"/>
                <a:gd name="T26" fmla="*/ 226 w 312"/>
                <a:gd name="T27" fmla="*/ 1422 h 1438"/>
                <a:gd name="T28" fmla="*/ 192 w 312"/>
                <a:gd name="T29" fmla="*/ 1435 h 1438"/>
                <a:gd name="T30" fmla="*/ 157 w 312"/>
                <a:gd name="T31" fmla="*/ 1438 h 1438"/>
                <a:gd name="T32" fmla="*/ 120 w 312"/>
                <a:gd name="T33" fmla="*/ 1435 h 1438"/>
                <a:gd name="T34" fmla="*/ 88 w 312"/>
                <a:gd name="T35" fmla="*/ 1422 h 1438"/>
                <a:gd name="T36" fmla="*/ 59 w 312"/>
                <a:gd name="T37" fmla="*/ 1404 h 1438"/>
                <a:gd name="T38" fmla="*/ 34 w 312"/>
                <a:gd name="T39" fmla="*/ 1380 h 1438"/>
                <a:gd name="T40" fmla="*/ 16 w 312"/>
                <a:gd name="T41" fmla="*/ 1352 h 1438"/>
                <a:gd name="T42" fmla="*/ 5 w 312"/>
                <a:gd name="T43" fmla="*/ 1318 h 1438"/>
                <a:gd name="T44" fmla="*/ 0 w 312"/>
                <a:gd name="T45" fmla="*/ 1283 h 1438"/>
                <a:gd name="T46" fmla="*/ 0 w 312"/>
                <a:gd name="T47" fmla="*/ 156 h 1438"/>
                <a:gd name="T48" fmla="*/ 5 w 312"/>
                <a:gd name="T49" fmla="*/ 121 h 1438"/>
                <a:gd name="T50" fmla="*/ 16 w 312"/>
                <a:gd name="T51" fmla="*/ 88 h 1438"/>
                <a:gd name="T52" fmla="*/ 34 w 312"/>
                <a:gd name="T53" fmla="*/ 59 h 1438"/>
                <a:gd name="T54" fmla="*/ 59 w 312"/>
                <a:gd name="T55" fmla="*/ 35 h 1438"/>
                <a:gd name="T56" fmla="*/ 88 w 312"/>
                <a:gd name="T57" fmla="*/ 16 h 1438"/>
                <a:gd name="T58" fmla="*/ 120 w 312"/>
                <a:gd name="T59" fmla="*/ 4 h 1438"/>
                <a:gd name="T60" fmla="*/ 157 w 312"/>
                <a:gd name="T61" fmla="*/ 0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2" h="1438">
                  <a:moveTo>
                    <a:pt x="157" y="0"/>
                  </a:moveTo>
                  <a:lnTo>
                    <a:pt x="192" y="4"/>
                  </a:lnTo>
                  <a:lnTo>
                    <a:pt x="226" y="16"/>
                  </a:lnTo>
                  <a:lnTo>
                    <a:pt x="254" y="35"/>
                  </a:lnTo>
                  <a:lnTo>
                    <a:pt x="278" y="59"/>
                  </a:lnTo>
                  <a:lnTo>
                    <a:pt x="296" y="88"/>
                  </a:lnTo>
                  <a:lnTo>
                    <a:pt x="309" y="121"/>
                  </a:lnTo>
                  <a:lnTo>
                    <a:pt x="312" y="156"/>
                  </a:lnTo>
                  <a:lnTo>
                    <a:pt x="312" y="1283"/>
                  </a:lnTo>
                  <a:lnTo>
                    <a:pt x="309" y="1318"/>
                  </a:lnTo>
                  <a:lnTo>
                    <a:pt x="296" y="1352"/>
                  </a:lnTo>
                  <a:lnTo>
                    <a:pt x="278" y="1380"/>
                  </a:lnTo>
                  <a:lnTo>
                    <a:pt x="254" y="1404"/>
                  </a:lnTo>
                  <a:lnTo>
                    <a:pt x="226" y="1422"/>
                  </a:lnTo>
                  <a:lnTo>
                    <a:pt x="192" y="1435"/>
                  </a:lnTo>
                  <a:lnTo>
                    <a:pt x="157" y="1438"/>
                  </a:lnTo>
                  <a:lnTo>
                    <a:pt x="120" y="1435"/>
                  </a:lnTo>
                  <a:lnTo>
                    <a:pt x="88" y="1422"/>
                  </a:lnTo>
                  <a:lnTo>
                    <a:pt x="59" y="1404"/>
                  </a:lnTo>
                  <a:lnTo>
                    <a:pt x="34" y="1380"/>
                  </a:lnTo>
                  <a:lnTo>
                    <a:pt x="16" y="1352"/>
                  </a:lnTo>
                  <a:lnTo>
                    <a:pt x="5" y="1318"/>
                  </a:lnTo>
                  <a:lnTo>
                    <a:pt x="0" y="1283"/>
                  </a:lnTo>
                  <a:lnTo>
                    <a:pt x="0" y="156"/>
                  </a:lnTo>
                  <a:lnTo>
                    <a:pt x="5" y="121"/>
                  </a:lnTo>
                  <a:lnTo>
                    <a:pt x="16" y="88"/>
                  </a:lnTo>
                  <a:lnTo>
                    <a:pt x="34" y="59"/>
                  </a:lnTo>
                  <a:lnTo>
                    <a:pt x="59" y="35"/>
                  </a:lnTo>
                  <a:lnTo>
                    <a:pt x="88" y="16"/>
                  </a:lnTo>
                  <a:lnTo>
                    <a:pt x="120" y="4"/>
                  </a:lnTo>
                  <a:lnTo>
                    <a:pt x="1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837" y="3154326"/>
            <a:ext cx="584944" cy="584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578" y="2049657"/>
            <a:ext cx="539384" cy="539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121" y="3540154"/>
            <a:ext cx="566294" cy="566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975" y="2707691"/>
            <a:ext cx="526031" cy="526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7716" y="3260536"/>
            <a:ext cx="605012" cy="605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789" y="3896884"/>
            <a:ext cx="653774" cy="653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657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3669CF0D-BB55-481D-55E4-9FCC1C5779CC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Profile for Nalla Narasimha Reddy Education Society's Group ...">
            <a:extLst>
              <a:ext uri="{FF2B5EF4-FFF2-40B4-BE49-F238E27FC236}">
                <a16:creationId xmlns="" xmlns:a16="http://schemas.microsoft.com/office/drawing/2014/main" id="{F59F3DE3-0ABC-5A5E-DE9E-EC5880CD2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3242628851"/>
              </p:ext>
            </p:extLst>
          </p:nvPr>
        </p:nvGraphicFramePr>
        <p:xfrm>
          <a:off x="5501496" y="787588"/>
          <a:ext cx="6007777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06" y="1971954"/>
            <a:ext cx="3036860" cy="3036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418" y="1222130"/>
            <a:ext cx="495423" cy="495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71" y="2277207"/>
            <a:ext cx="460253" cy="460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10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324" y="3281797"/>
            <a:ext cx="417174" cy="41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378" y="4281854"/>
            <a:ext cx="477838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473" y="5320854"/>
            <a:ext cx="432368" cy="43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555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2708" y="206573"/>
            <a:ext cx="10515600" cy="747346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2708" y="968080"/>
            <a:ext cx="6351419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 Install Dependencies and Bring in Data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!pip install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('train.csv')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Preprocess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!pip list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tensorflow.keras.layers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TextVectorization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comment_text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df.columns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[2:]].values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MAX_FEATURES =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number of words in the vocab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TextVectorization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max_tokens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=MAX_FEATURES,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output_sequence_length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=1800,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output_mode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389542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0887" y="173255"/>
            <a:ext cx="8242385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vectorizer.adapt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vectorized_text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#MCSHBAP - map,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chache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shuffle, batch,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prefetch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from_tensor_slices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list_file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tf.data.Dataset.from_tensor_slices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vectorized_text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y))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dataset.cache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dataset.shuffle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(160000)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dataset.batch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(16)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dataset.prefetch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 # helps bottlenecks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dataset.take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(dataset)*.7))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dataset.skip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(dataset)*.7)).take(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(dataset)*.2))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dataset.skip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(dataset)*.9)).take(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(dataset)*.1))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Create Sequential Model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tensorflow.keras.models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Sequential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tensorflow.keras.layers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LSTM, Dropout, Bidirectional, Dense, Embedding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= Sequential()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Create the embedding layer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model.add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(Embedding(MAX_FEATURES+1, 32))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Bidirectional LSTM Layer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model.add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(Bidirectional(LSTM(32, activation='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')))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69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4636" y="211756"/>
            <a:ext cx="6344366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Feature extractor Fully connected layers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model.add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(Dense(128, activation='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model.add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(Dense(256, activation='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model.add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(Dense(128, activation='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Final layer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model.add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(Dense(6, activation='sigmoid'))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model.compile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(loss='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BinaryCrossentropy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optimizer='Adam')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model.summary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(train, epochs=1,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validation_data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=(8,5))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history.history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).plot()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Make Predictions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('You freaking suck! I am going to hit you.')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Reshape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have the expected shape (1, 1800)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input_text.numpy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().reshape(1, -1)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Convert 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Tensor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tf.convert_to_tensor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465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0888" y="298383"/>
            <a:ext cx="9914958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Evaluate Model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tensorflow.keras.metrics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Precision, Recall,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CategoricalAccuracy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 = Precision()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Recall()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CategoricalAccuracy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batch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test.as_numpy_iterator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Unpack the batch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batch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Make a prediction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yhat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Flatten the predictions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y_true.flatten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yhat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yhat.flatten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pre.update_state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yhat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re.update_state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yhat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acc.update_state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yhat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f'Precision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pre.result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()}, Recall:{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re.result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()}, Accuracy:{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acc.result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()}')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725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6392" y="202186"/>
            <a:ext cx="7925568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Test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!pip install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jinja2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gr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model.save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toxicity.keras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tf.keras.models.load_model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toxicity.keras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input_str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('hey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freaken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hate you!')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np.expand_dims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(input_str,0))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score_comment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(comment):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vectorized_comment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([comment])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results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vectorized_comment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text = ''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col in enumerate(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df.columns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[2:]):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text += '{}: {}\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n'.format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(col, results[0][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]&gt;0.5)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text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gr.Interface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score_comment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inputs=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gr.inputs.Textbox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(lines=2, placeholder='Comment to score'),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outputs='text')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interface.launch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(share=True)</a:t>
            </a:r>
          </a:p>
        </p:txBody>
      </p:sp>
    </p:spTree>
    <p:extLst>
      <p:ext uri="{BB962C8B-B14F-4D97-AF65-F5344CB8AC3E}">
        <p14:creationId xmlns:p14="http://schemas.microsoft.com/office/powerpoint/2010/main" val="151908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837" y="1468433"/>
            <a:ext cx="4933950" cy="1282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437" y="3332276"/>
            <a:ext cx="483235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4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rofile for Nalla Narasimha Reddy Education Society's Group ...">
            <a:extLst>
              <a:ext uri="{FF2B5EF4-FFF2-40B4-BE49-F238E27FC236}">
                <a16:creationId xmlns="" xmlns:a16="http://schemas.microsoft.com/office/drawing/2014/main" id="{8A3E8942-0281-E5E2-4FFE-375DDA340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3AEFFCF9-3BA7-AF3A-0357-C0A7284482B7}"/>
              </a:ext>
            </a:extLst>
          </p:cNvPr>
          <p:cNvSpPr>
            <a:spLocks noGrp="1"/>
          </p:cNvSpPr>
          <p:nvPr/>
        </p:nvSpPr>
        <p:spPr>
          <a:xfrm>
            <a:off x="457200" y="356616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07932" y="1459524"/>
            <a:ext cx="92670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and scalable AI-based moderation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Enhancements: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LSTM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TextVectorization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accuracy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with social media platforms, multilingual support, and improved contextual understanding.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04" y="1389529"/>
            <a:ext cx="715230" cy="715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973" y="2501657"/>
            <a:ext cx="693004" cy="693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04" y="3671033"/>
            <a:ext cx="772135" cy="772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414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rofile for Nalla Narasimha Reddy Education Society's Group ...">
            <a:extLst>
              <a:ext uri="{FF2B5EF4-FFF2-40B4-BE49-F238E27FC236}">
                <a16:creationId xmlns="" xmlns:a16="http://schemas.microsoft.com/office/drawing/2014/main" id="{44C2754C-C185-99D9-CB4A-0C4C0EE74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0776" y="0"/>
            <a:ext cx="1721224" cy="138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C16BD9CF-A060-294D-D6BD-8329859FCE99}"/>
              </a:ext>
            </a:extLst>
          </p:cNvPr>
          <p:cNvSpPr>
            <a:spLocks noGrp="1"/>
          </p:cNvSpPr>
          <p:nvPr/>
        </p:nvSpPr>
        <p:spPr>
          <a:xfrm>
            <a:off x="4526280" y="3124245"/>
            <a:ext cx="4919472" cy="609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91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663</Words>
  <Application>Microsoft Office PowerPoint</Application>
  <PresentationFormat>Custom</PresentationFormat>
  <Paragraphs>178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Source Code</vt:lpstr>
      <vt:lpstr>PowerPoint Presentation</vt:lpstr>
      <vt:lpstr>PowerPoint Presentation</vt:lpstr>
      <vt:lpstr>PowerPoint Presentation</vt:lpstr>
      <vt:lpstr>PowerPoint Presentation</vt:lpstr>
      <vt:lpstr>OUTPUT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ANDHE VISHNUVARDHAN</dc:creator>
  <cp:lastModifiedBy>ADMIN</cp:lastModifiedBy>
  <cp:revision>20</cp:revision>
  <dcterms:created xsi:type="dcterms:W3CDTF">2025-02-27T15:52:00Z</dcterms:created>
  <dcterms:modified xsi:type="dcterms:W3CDTF">2025-04-14T14:25:55Z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1E02885B38EB4E5F8740EB204CA2FCE8_12</vt:lpwstr>
  </property>
  <property fmtid="{D5CDD505-2E9C-101B-9397-08002B2CF9AE}" pid="3" name="KSOProductBuildVer">
    <vt:lpwstr>1033-12.2.0.20326</vt:lpwstr>
  </property>
</Properties>
</file>