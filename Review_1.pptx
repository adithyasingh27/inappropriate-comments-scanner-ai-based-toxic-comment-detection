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F4E52-793D-420E-B4BB-6DF9D3456CAA}" v="9" dt="2024-11-12T09:42:05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-96" y="-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THA SURASANI" userId="4c8395a8fd474a19" providerId="LiveId" clId="{723F4E52-793D-420E-B4BB-6DF9D3456CAA}"/>
    <pc:docChg chg="custSel modSld">
      <pc:chgData name="NIKHITHA SURASANI" userId="4c8395a8fd474a19" providerId="LiveId" clId="{723F4E52-793D-420E-B4BB-6DF9D3456CAA}" dt="2024-11-12T09:42:28.345" v="38" actId="1076"/>
      <pc:docMkLst>
        <pc:docMk/>
      </pc:docMkLst>
      <pc:sldChg chg="addSp delSp modSp mod">
        <pc:chgData name="NIKHITHA SURASANI" userId="4c8395a8fd474a19" providerId="LiveId" clId="{723F4E52-793D-420E-B4BB-6DF9D3456CAA}" dt="2024-11-12T09:42:28.345" v="38" actId="1076"/>
        <pc:sldMkLst>
          <pc:docMk/>
          <pc:sldMk cId="658502644" sldId="256"/>
        </pc:sldMkLst>
        <pc:spChg chg="mod">
          <ac:chgData name="NIKHITHA SURASANI" userId="4c8395a8fd474a19" providerId="LiveId" clId="{723F4E52-793D-420E-B4BB-6DF9D3456CAA}" dt="2024-11-12T09:42:24.054" v="37" actId="14100"/>
          <ac:spMkLst>
            <pc:docMk/>
            <pc:sldMk cId="658502644" sldId="256"/>
            <ac:spMk id="2" creationId="{99CD4D99-BEEB-9F7D-222B-587E127D8EDD}"/>
          </ac:spMkLst>
        </pc:spChg>
        <pc:spChg chg="mod">
          <ac:chgData name="NIKHITHA SURASANI" userId="4c8395a8fd474a19" providerId="LiveId" clId="{723F4E52-793D-420E-B4BB-6DF9D3456CAA}" dt="2024-11-12T09:42:28.345" v="38" actId="1076"/>
          <ac:spMkLst>
            <pc:docMk/>
            <pc:sldMk cId="658502644" sldId="256"/>
            <ac:spMk id="3" creationId="{910B9422-EA84-4C9F-9B62-8D4237749022}"/>
          </ac:spMkLst>
        </pc:spChg>
        <pc:picChg chg="add del mod modCrop">
          <ac:chgData name="NIKHITHA SURASANI" userId="4c8395a8fd474a19" providerId="LiveId" clId="{723F4E52-793D-420E-B4BB-6DF9D3456CAA}" dt="2024-11-12T09:40:39.383" v="28" actId="478"/>
          <ac:picMkLst>
            <pc:docMk/>
            <pc:sldMk cId="658502644" sldId="256"/>
            <ac:picMk id="7" creationId="{F8658CE5-9B28-10BB-D576-937152A50834}"/>
          </ac:picMkLst>
        </pc:picChg>
        <pc:picChg chg="add mod">
          <ac:chgData name="NIKHITHA SURASANI" userId="4c8395a8fd474a19" providerId="LiveId" clId="{723F4E52-793D-420E-B4BB-6DF9D3456CAA}" dt="2024-11-12T09:41:08.676" v="33" actId="14100"/>
          <ac:picMkLst>
            <pc:docMk/>
            <pc:sldMk cId="658502644" sldId="256"/>
            <ac:picMk id="8" creationId="{B37FFE08-1213-4350-76CF-5026491F4974}"/>
          </ac:picMkLst>
        </pc:picChg>
      </pc:sldChg>
      <pc:sldChg chg="addSp modSp mod">
        <pc:chgData name="NIKHITHA SURASANI" userId="4c8395a8fd474a19" providerId="LiveId" clId="{723F4E52-793D-420E-B4BB-6DF9D3456CAA}" dt="2024-11-12T09:39:55.387" v="15" actId="1076"/>
        <pc:sldMkLst>
          <pc:docMk/>
          <pc:sldMk cId="2983580117" sldId="257"/>
        </pc:sldMkLst>
        <pc:spChg chg="mod">
          <ac:chgData name="NIKHITHA SURASANI" userId="4c8395a8fd474a19" providerId="LiveId" clId="{723F4E52-793D-420E-B4BB-6DF9D3456CAA}" dt="2024-11-12T09:39:50.257" v="13" actId="1076"/>
          <ac:spMkLst>
            <pc:docMk/>
            <pc:sldMk cId="2983580117" sldId="257"/>
            <ac:spMk id="2" creationId="{4A924CC2-8141-E2F7-2510-92D782A297A1}"/>
          </ac:spMkLst>
        </pc:spChg>
        <pc:spChg chg="mod">
          <ac:chgData name="NIKHITHA SURASANI" userId="4c8395a8fd474a19" providerId="LiveId" clId="{723F4E52-793D-420E-B4BB-6DF9D3456CAA}" dt="2024-11-12T09:39:47.054" v="12" actId="1076"/>
          <ac:spMkLst>
            <pc:docMk/>
            <pc:sldMk cId="2983580117" sldId="257"/>
            <ac:spMk id="3" creationId="{81E7592B-A671-4F34-AA2E-C574C7048FAD}"/>
          </ac:spMkLst>
        </pc:spChg>
        <pc:picChg chg="add mod">
          <ac:chgData name="NIKHITHA SURASANI" userId="4c8395a8fd474a19" providerId="LiveId" clId="{723F4E52-793D-420E-B4BB-6DF9D3456CAA}" dt="2024-11-12T09:39:55.387" v="15" actId="1076"/>
          <ac:picMkLst>
            <pc:docMk/>
            <pc:sldMk cId="2983580117" sldId="257"/>
            <ac:picMk id="4" creationId="{DDF61FF2-83CE-C03D-A714-04CDE575575F}"/>
          </ac:picMkLst>
        </pc:picChg>
      </pc:sldChg>
      <pc:sldChg chg="addSp modSp mod">
        <pc:chgData name="NIKHITHA SURASANI" userId="4c8395a8fd474a19" providerId="LiveId" clId="{723F4E52-793D-420E-B4BB-6DF9D3456CAA}" dt="2024-11-12T09:40:12.666" v="20" actId="1076"/>
        <pc:sldMkLst>
          <pc:docMk/>
          <pc:sldMk cId="2163620283" sldId="258"/>
        </pc:sldMkLst>
        <pc:spChg chg="mod">
          <ac:chgData name="NIKHITHA SURASANI" userId="4c8395a8fd474a19" providerId="LiveId" clId="{723F4E52-793D-420E-B4BB-6DF9D3456CAA}" dt="2024-11-12T09:40:08.064" v="18" actId="1076"/>
          <ac:spMkLst>
            <pc:docMk/>
            <pc:sldMk cId="2163620283" sldId="258"/>
            <ac:spMk id="2" creationId="{1AD9DFCD-70D3-7355-F969-5408AC8253EC}"/>
          </ac:spMkLst>
        </pc:spChg>
        <pc:spChg chg="mod">
          <ac:chgData name="NIKHITHA SURASANI" userId="4c8395a8fd474a19" providerId="LiveId" clId="{723F4E52-793D-420E-B4BB-6DF9D3456CAA}" dt="2024-11-12T09:40:04.485" v="17" actId="1076"/>
          <ac:spMkLst>
            <pc:docMk/>
            <pc:sldMk cId="2163620283" sldId="258"/>
            <ac:spMk id="3" creationId="{D6F1F20B-FE72-2A4E-4975-5EF97403092D}"/>
          </ac:spMkLst>
        </pc:spChg>
        <pc:picChg chg="add mod">
          <ac:chgData name="NIKHITHA SURASANI" userId="4c8395a8fd474a19" providerId="LiveId" clId="{723F4E52-793D-420E-B4BB-6DF9D3456CAA}" dt="2024-11-12T09:40:12.666" v="20" actId="1076"/>
          <ac:picMkLst>
            <pc:docMk/>
            <pc:sldMk cId="2163620283" sldId="258"/>
            <ac:picMk id="4" creationId="{D655D00E-C44F-FA45-1DCB-C885E88292C9}"/>
          </ac:picMkLst>
        </pc:picChg>
      </pc:sldChg>
      <pc:sldChg chg="addSp modSp mod">
        <pc:chgData name="NIKHITHA SURASANI" userId="4c8395a8fd474a19" providerId="LiveId" clId="{723F4E52-793D-420E-B4BB-6DF9D3456CAA}" dt="2024-11-12T09:40:29.123" v="25" actId="1076"/>
        <pc:sldMkLst>
          <pc:docMk/>
          <pc:sldMk cId="3268846844" sldId="259"/>
        </pc:sldMkLst>
        <pc:spChg chg="mod">
          <ac:chgData name="NIKHITHA SURASANI" userId="4c8395a8fd474a19" providerId="LiveId" clId="{723F4E52-793D-420E-B4BB-6DF9D3456CAA}" dt="2024-11-12T09:40:24.623" v="23" actId="1076"/>
          <ac:spMkLst>
            <pc:docMk/>
            <pc:sldMk cId="3268846844" sldId="259"/>
            <ac:spMk id="2" creationId="{21288BF6-D96D-6948-2792-BB13F55A6225}"/>
          </ac:spMkLst>
        </pc:spChg>
        <pc:spChg chg="mod">
          <ac:chgData name="NIKHITHA SURASANI" userId="4c8395a8fd474a19" providerId="LiveId" clId="{723F4E52-793D-420E-B4BB-6DF9D3456CAA}" dt="2024-11-12T09:40:21.900" v="22" actId="1076"/>
          <ac:spMkLst>
            <pc:docMk/>
            <pc:sldMk cId="3268846844" sldId="259"/>
            <ac:spMk id="3" creationId="{9F6DCC88-A6DD-AF68-5C8B-2AA4476AEFFF}"/>
          </ac:spMkLst>
        </pc:spChg>
        <pc:picChg chg="add mod">
          <ac:chgData name="NIKHITHA SURASANI" userId="4c8395a8fd474a19" providerId="LiveId" clId="{723F4E52-793D-420E-B4BB-6DF9D3456CAA}" dt="2024-11-12T09:40:29.123" v="25" actId="1076"/>
          <ac:picMkLst>
            <pc:docMk/>
            <pc:sldMk cId="3268846844" sldId="259"/>
            <ac:picMk id="4" creationId="{A6D20761-F1F2-8BF0-9550-1BDBBC18E9B2}"/>
          </ac:picMkLst>
        </pc:picChg>
      </pc:sldChg>
      <pc:sldChg chg="addSp modSp mod">
        <pc:chgData name="NIKHITHA SURASANI" userId="4c8395a8fd474a19" providerId="LiveId" clId="{723F4E52-793D-420E-B4BB-6DF9D3456CAA}" dt="2024-11-12T09:40:35.470" v="27" actId="1076"/>
        <pc:sldMkLst>
          <pc:docMk/>
          <pc:sldMk cId="3038013225" sldId="260"/>
        </pc:sldMkLst>
        <pc:picChg chg="add mod">
          <ac:chgData name="NIKHITHA SURASANI" userId="4c8395a8fd474a19" providerId="LiveId" clId="{723F4E52-793D-420E-B4BB-6DF9D3456CAA}" dt="2024-11-12T09:40:35.470" v="27" actId="1076"/>
          <ac:picMkLst>
            <pc:docMk/>
            <pc:sldMk cId="3038013225" sldId="260"/>
            <ac:picMk id="4" creationId="{953323AD-C95E-89CB-D12B-1DE22B5A43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5415783-A493-4E8E-90B4-34A7F9E579A9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8653975-18CC-4C27-91FE-0A432DD2D33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CD4D99-BEEB-9F7D-222B-587E127D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360" y="2606852"/>
            <a:ext cx="7243410" cy="846308"/>
          </a:xfrm>
        </p:spPr>
        <p:txBody>
          <a:bodyPr/>
          <a:lstStyle/>
          <a:p>
            <a:pPr algn="ctr"/>
            <a:r>
              <a:rPr lang="en-IN" sz="3600" dirty="0" smtClean="0"/>
              <a:t>Inappropriate Comments Scanner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10B9422-EA84-4C9F-9B62-8D4237749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9830" y="5062037"/>
            <a:ext cx="4747098" cy="786332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Mr. S. Ravi Teja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BDFB5E1-AAF4-7A66-609B-76DE1D498728}"/>
              </a:ext>
            </a:extLst>
          </p:cNvPr>
          <p:cNvSpPr txBox="1"/>
          <p:nvPr/>
        </p:nvSpPr>
        <p:spPr>
          <a:xfrm>
            <a:off x="871013" y="4600372"/>
            <a:ext cx="4926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Adithya</a:t>
            </a:r>
            <a:r>
              <a:rPr lang="en-IN" dirty="0" smtClean="0"/>
              <a:t> Singh (217Z1A6702)</a:t>
            </a:r>
            <a:br>
              <a:rPr lang="en-IN" dirty="0" smtClean="0"/>
            </a:br>
            <a:r>
              <a:rPr lang="en-IN" dirty="0" smtClean="0"/>
              <a:t>Ch. </a:t>
            </a:r>
            <a:r>
              <a:rPr lang="en-IN" dirty="0" err="1" smtClean="0"/>
              <a:t>Harini</a:t>
            </a:r>
            <a:r>
              <a:rPr lang="en-IN" dirty="0" smtClean="0"/>
              <a:t> Reddy (217Z1A6713)</a:t>
            </a:r>
          </a:p>
          <a:p>
            <a:r>
              <a:rPr lang="en-IN" dirty="0" smtClean="0"/>
              <a:t>N. </a:t>
            </a:r>
            <a:r>
              <a:rPr lang="en-IN" dirty="0" err="1" smtClean="0"/>
              <a:t>Hema</a:t>
            </a:r>
            <a:r>
              <a:rPr lang="en-IN" dirty="0" smtClean="0"/>
              <a:t> Narendra Reddy(217Z1A6702)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37FFE08-1213-4350-76CF-5026491F4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064" y="411162"/>
            <a:ext cx="8461248" cy="11930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5999" y="3268494"/>
            <a:ext cx="11997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1026" name="Picture 2" descr="Writing Inappropriate Icon: Over 11 Royalty-Free Licensable Stock  Illustrations &amp; Drawing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0" t="12365" r="12954" b="8977"/>
          <a:stretch/>
        </p:blipFill>
        <p:spPr bwMode="auto">
          <a:xfrm>
            <a:off x="8852170" y="2069639"/>
            <a:ext cx="2840478" cy="234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50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12">
            <a:extLst>
              <a:ext uri="{FF2B5EF4-FFF2-40B4-BE49-F238E27FC236}">
                <a16:creationId xmlns:a16="http://schemas.microsoft.com/office/drawing/2014/main" xmlns="" id="{BF74F608-5266-D43B-37D7-3D898BBA784F}"/>
              </a:ext>
            </a:extLst>
          </p:cNvPr>
          <p:cNvSpPr/>
          <p:nvPr/>
        </p:nvSpPr>
        <p:spPr>
          <a:xfrm>
            <a:off x="8926232" y="2280362"/>
            <a:ext cx="2441805" cy="2379465"/>
          </a:xfrm>
          <a:custGeom>
            <a:avLst/>
            <a:gdLst>
              <a:gd name="connsiteX0" fmla="*/ 0 w 2539115"/>
              <a:gd name="connsiteY0" fmla="*/ 0 h 2401993"/>
              <a:gd name="connsiteX1" fmla="*/ 1635701 w 2539115"/>
              <a:gd name="connsiteY1" fmla="*/ 0 h 2401993"/>
              <a:gd name="connsiteX2" fmla="*/ 2539115 w 2539115"/>
              <a:gd name="connsiteY2" fmla="*/ 1200997 h 2401993"/>
              <a:gd name="connsiteX3" fmla="*/ 1635701 w 2539115"/>
              <a:gd name="connsiteY3" fmla="*/ 2401993 h 2401993"/>
              <a:gd name="connsiteX4" fmla="*/ 0 w 2539115"/>
              <a:gd name="connsiteY4" fmla="*/ 2401993 h 2401993"/>
              <a:gd name="connsiteX5" fmla="*/ 0 w 2539115"/>
              <a:gd name="connsiteY5" fmla="*/ 2400486 h 2401993"/>
              <a:gd name="connsiteX6" fmla="*/ 902280 w 2539115"/>
              <a:gd name="connsiteY6" fmla="*/ 1200997 h 2401993"/>
              <a:gd name="connsiteX7" fmla="*/ 0 w 2539115"/>
              <a:gd name="connsiteY7" fmla="*/ 1508 h 2401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9115" h="2401993">
                <a:moveTo>
                  <a:pt x="0" y="0"/>
                </a:moveTo>
                <a:lnTo>
                  <a:pt x="1635701" y="0"/>
                </a:lnTo>
                <a:lnTo>
                  <a:pt x="2539115" y="1200997"/>
                </a:lnTo>
                <a:lnTo>
                  <a:pt x="1635701" y="2401993"/>
                </a:lnTo>
                <a:lnTo>
                  <a:pt x="0" y="2401993"/>
                </a:lnTo>
                <a:lnTo>
                  <a:pt x="0" y="2400486"/>
                </a:lnTo>
                <a:lnTo>
                  <a:pt x="902280" y="1200997"/>
                </a:lnTo>
                <a:lnTo>
                  <a:pt x="0" y="1508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924CC2-8141-E2F7-2510-92D782A2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287" y="648716"/>
            <a:ext cx="9344277" cy="910948"/>
          </a:xfrm>
        </p:spPr>
        <p:txBody>
          <a:bodyPr/>
          <a:lstStyle/>
          <a:p>
            <a:r>
              <a:rPr lang="en-IN" sz="3600" dirty="0"/>
              <a:t>OBJECTIVE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F61FF2-83CE-C03D-A714-04CDE5755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41151" y="279400"/>
            <a:ext cx="1225296" cy="104343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167317" y="1867711"/>
            <a:ext cx="9573834" cy="4313371"/>
            <a:chOff x="883641" y="1473200"/>
            <a:chExt cx="10135726" cy="4354208"/>
          </a:xfrm>
        </p:grpSpPr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xmlns="" id="{1C6C2F18-2A13-15E2-0024-9860FBA76AB5}"/>
                </a:ext>
              </a:extLst>
            </p:cNvPr>
            <p:cNvSpPr/>
            <p:nvPr/>
          </p:nvSpPr>
          <p:spPr>
            <a:xfrm>
              <a:off x="904240" y="1889760"/>
              <a:ext cx="2539117" cy="2401993"/>
            </a:xfrm>
            <a:prstGeom prst="homePlate">
              <a:avLst>
                <a:gd name="adj" fmla="val 37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xmlns="" id="{8766F962-4BE3-B097-4FB2-87C6A704D52F}"/>
                </a:ext>
              </a:extLst>
            </p:cNvPr>
            <p:cNvSpPr/>
            <p:nvPr/>
          </p:nvSpPr>
          <p:spPr>
            <a:xfrm>
              <a:off x="2961014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xmlns="" id="{33A4A489-F3FB-D34E-872F-75819F7D61EA}"/>
                </a:ext>
              </a:extLst>
            </p:cNvPr>
            <p:cNvSpPr/>
            <p:nvPr/>
          </p:nvSpPr>
          <p:spPr>
            <a:xfrm>
              <a:off x="5017789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xmlns="" id="{93CA4EDD-3B6A-4C1F-711D-4CC432FCBF41}"/>
                </a:ext>
              </a:extLst>
            </p:cNvPr>
            <p:cNvSpPr/>
            <p:nvPr/>
          </p:nvSpPr>
          <p:spPr>
            <a:xfrm>
              <a:off x="7074564" y="1889760"/>
              <a:ext cx="2539115" cy="2401993"/>
            </a:xfrm>
            <a:custGeom>
              <a:avLst/>
              <a:gdLst>
                <a:gd name="connsiteX0" fmla="*/ 0 w 2539115"/>
                <a:gd name="connsiteY0" fmla="*/ 0 h 2401993"/>
                <a:gd name="connsiteX1" fmla="*/ 1635701 w 2539115"/>
                <a:gd name="connsiteY1" fmla="*/ 0 h 2401993"/>
                <a:gd name="connsiteX2" fmla="*/ 2539115 w 2539115"/>
                <a:gd name="connsiteY2" fmla="*/ 1200997 h 2401993"/>
                <a:gd name="connsiteX3" fmla="*/ 1635701 w 2539115"/>
                <a:gd name="connsiteY3" fmla="*/ 2401993 h 2401993"/>
                <a:gd name="connsiteX4" fmla="*/ 0 w 2539115"/>
                <a:gd name="connsiteY4" fmla="*/ 2401993 h 2401993"/>
                <a:gd name="connsiteX5" fmla="*/ 0 w 2539115"/>
                <a:gd name="connsiteY5" fmla="*/ 2400486 h 2401993"/>
                <a:gd name="connsiteX6" fmla="*/ 902280 w 2539115"/>
                <a:gd name="connsiteY6" fmla="*/ 1200997 h 2401993"/>
                <a:gd name="connsiteX7" fmla="*/ 0 w 2539115"/>
                <a:gd name="connsiteY7" fmla="*/ 1508 h 240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39115" h="2401993">
                  <a:moveTo>
                    <a:pt x="0" y="0"/>
                  </a:moveTo>
                  <a:lnTo>
                    <a:pt x="1635701" y="0"/>
                  </a:lnTo>
                  <a:lnTo>
                    <a:pt x="2539115" y="1200997"/>
                  </a:lnTo>
                  <a:lnTo>
                    <a:pt x="1635701" y="2401993"/>
                  </a:lnTo>
                  <a:lnTo>
                    <a:pt x="0" y="2401993"/>
                  </a:lnTo>
                  <a:lnTo>
                    <a:pt x="0" y="2400486"/>
                  </a:lnTo>
                  <a:lnTo>
                    <a:pt x="902280" y="1200997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2">
              <a:extLst>
                <a:ext uri="{FF2B5EF4-FFF2-40B4-BE49-F238E27FC236}">
                  <a16:creationId xmlns:a16="http://schemas.microsoft.com/office/drawing/2014/main" xmlns="" id="{C07DFB40-4703-FFF3-C993-76983AB283D0}"/>
                </a:ext>
              </a:extLst>
            </p:cNvPr>
            <p:cNvSpPr/>
            <p:nvPr/>
          </p:nvSpPr>
          <p:spPr>
            <a:xfrm>
              <a:off x="2650742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02</a:t>
              </a:r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xmlns="" id="{C19C0EF2-84C6-6D14-C2FC-0AD331BBDFDF}"/>
                </a:ext>
              </a:extLst>
            </p:cNvPr>
            <p:cNvSpPr/>
            <p:nvPr/>
          </p:nvSpPr>
          <p:spPr>
            <a:xfrm>
              <a:off x="4706160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03</a:t>
              </a:r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xmlns="" id="{5B84DC26-3998-7AFD-5564-4879559F55C5}"/>
                </a:ext>
              </a:extLst>
            </p:cNvPr>
            <p:cNvSpPr/>
            <p:nvPr/>
          </p:nvSpPr>
          <p:spPr>
            <a:xfrm>
              <a:off x="6761578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2"/>
                  </a:solidFill>
                </a:rPr>
                <a:t>04</a:t>
              </a:r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xmlns="" id="{0D2FE9B7-9BEA-98CA-A119-0244FA5D7707}"/>
                </a:ext>
              </a:extLst>
            </p:cNvPr>
            <p:cNvSpPr/>
            <p:nvPr/>
          </p:nvSpPr>
          <p:spPr>
            <a:xfrm>
              <a:off x="8816996" y="1473200"/>
              <a:ext cx="1949046" cy="416560"/>
            </a:xfrm>
            <a:custGeom>
              <a:avLst/>
              <a:gdLst>
                <a:gd name="connsiteX0" fmla="*/ 0 w 1949046"/>
                <a:gd name="connsiteY0" fmla="*/ 0 h 416560"/>
                <a:gd name="connsiteX1" fmla="*/ 1635702 w 1949046"/>
                <a:gd name="connsiteY1" fmla="*/ 0 h 416560"/>
                <a:gd name="connsiteX2" fmla="*/ 1949046 w 1949046"/>
                <a:gd name="connsiteY2" fmla="*/ 416560 h 416560"/>
                <a:gd name="connsiteX3" fmla="*/ 312211 w 1949046"/>
                <a:gd name="connsiteY3" fmla="*/ 416560 h 416560"/>
                <a:gd name="connsiteX4" fmla="*/ 0 w 1949046"/>
                <a:gd name="connsiteY4" fmla="*/ 1508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9046" h="416560">
                  <a:moveTo>
                    <a:pt x="0" y="0"/>
                  </a:moveTo>
                  <a:lnTo>
                    <a:pt x="1635702" y="0"/>
                  </a:lnTo>
                  <a:lnTo>
                    <a:pt x="1949046" y="416560"/>
                  </a:lnTo>
                  <a:lnTo>
                    <a:pt x="312211" y="416560"/>
                  </a:lnTo>
                  <a:lnTo>
                    <a:pt x="0" y="1508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05</a:t>
              </a: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9F5E0117-9967-C013-51DE-F2385028568D}"/>
                </a:ext>
              </a:extLst>
            </p:cNvPr>
            <p:cNvSpPr/>
            <p:nvPr/>
          </p:nvSpPr>
          <p:spPr>
            <a:xfrm>
              <a:off x="904241" y="1473200"/>
              <a:ext cx="1632395" cy="416560"/>
            </a:xfrm>
            <a:custGeom>
              <a:avLst/>
              <a:gdLst>
                <a:gd name="connsiteX0" fmla="*/ 0 w 1632395"/>
                <a:gd name="connsiteY0" fmla="*/ 0 h 416560"/>
                <a:gd name="connsiteX1" fmla="*/ 1319050 w 1632395"/>
                <a:gd name="connsiteY1" fmla="*/ 0 h 416560"/>
                <a:gd name="connsiteX2" fmla="*/ 1632395 w 1632395"/>
                <a:gd name="connsiteY2" fmla="*/ 416560 h 416560"/>
                <a:gd name="connsiteX3" fmla="*/ 0 w 1632395"/>
                <a:gd name="connsiteY3" fmla="*/ 416560 h 416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2395" h="416560">
                  <a:moveTo>
                    <a:pt x="0" y="0"/>
                  </a:moveTo>
                  <a:lnTo>
                    <a:pt x="1319050" y="0"/>
                  </a:lnTo>
                  <a:lnTo>
                    <a:pt x="1632395" y="416560"/>
                  </a:lnTo>
                  <a:lnTo>
                    <a:pt x="0" y="4165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2"/>
                  </a:solidFill>
                </a:rPr>
                <a:t>01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1AC351DA-C934-CFB8-201F-2629E819953C}"/>
                </a:ext>
              </a:extLst>
            </p:cNvPr>
            <p:cNvGrpSpPr/>
            <p:nvPr/>
          </p:nvGrpSpPr>
          <p:grpSpPr>
            <a:xfrm>
              <a:off x="2961014" y="4392974"/>
              <a:ext cx="1638774" cy="1434434"/>
              <a:chOff x="8921977" y="1175641"/>
              <a:chExt cx="2926080" cy="143443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766E1656-406F-9F80-B39F-3CE1AF3B9E57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Model Architecture</a:t>
                </a:r>
                <a:endParaRPr lang="en-US" sz="1400" b="1" noProof="1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BEF577DF-81C5-7E32-BF75-DF4DB2CBD921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908769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Uses simple LSTM or sequential models without advanced architecture or deeper layers. </a:t>
                </a:r>
                <a:endPara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D7FFA26C-9954-3096-D2AC-02E92B5A9EF1}"/>
                </a:ext>
              </a:extLst>
            </p:cNvPr>
            <p:cNvGrpSpPr/>
            <p:nvPr/>
          </p:nvGrpSpPr>
          <p:grpSpPr>
            <a:xfrm>
              <a:off x="5017789" y="4392974"/>
              <a:ext cx="1638774" cy="1271322"/>
              <a:chOff x="8921977" y="1175641"/>
              <a:chExt cx="2926080" cy="1271322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7A48EDB6-BECD-7EAF-DAB8-1B8DA5F386C4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Data Handling and Efficiency</a:t>
                </a:r>
                <a:endParaRPr lang="en-US" sz="1400" b="1" noProof="1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B2787A79-00AE-A697-AC16-4A3CA2689AB8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Data loading and training may be less efficient with minimal optimizations for large datasets. </a:t>
                </a:r>
                <a:endPara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0011CA34-0E74-5BBA-EE3A-E08C45E533FF}"/>
                </a:ext>
              </a:extLst>
            </p:cNvPr>
            <p:cNvGrpSpPr/>
            <p:nvPr/>
          </p:nvGrpSpPr>
          <p:grpSpPr>
            <a:xfrm>
              <a:off x="7071850" y="4392974"/>
              <a:ext cx="1638774" cy="1271322"/>
              <a:chOff x="8921977" y="1175641"/>
              <a:chExt cx="2926080" cy="1271322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8F603B1C-0C71-2644-BC5E-C66F2D3E152D}"/>
                  </a:ext>
                </a:extLst>
              </p:cNvPr>
              <p:cNvSpPr txBox="1"/>
              <p:nvPr/>
            </p:nvSpPr>
            <p:spPr>
              <a:xfrm>
                <a:off x="8921977" y="1175641"/>
                <a:ext cx="2926080" cy="310691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Evaluation Metrics</a:t>
                </a:r>
                <a:endParaRPr lang="en-US" sz="1400" b="1" noProof="1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D9C05E26-B6FF-456F-B79F-126A81CA9E87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Relies on basic accuracy metrics, which are not ideal for multi-label classification. </a:t>
                </a:r>
                <a:endPara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52DC6BA9-42ED-EF3D-0D89-A5BEFF8FF9AC}"/>
                </a:ext>
              </a:extLst>
            </p:cNvPr>
            <p:cNvGrpSpPr/>
            <p:nvPr/>
          </p:nvGrpSpPr>
          <p:grpSpPr>
            <a:xfrm>
              <a:off x="8957729" y="4392974"/>
              <a:ext cx="2061638" cy="1271322"/>
              <a:chOff x="8611994" y="1175641"/>
              <a:chExt cx="3681117" cy="12713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87D10D29-E779-797D-8BF2-2A2077A756B8}"/>
                  </a:ext>
                </a:extLst>
              </p:cNvPr>
              <p:cNvSpPr txBox="1"/>
              <p:nvPr/>
            </p:nvSpPr>
            <p:spPr>
              <a:xfrm>
                <a:off x="8611994" y="1175641"/>
                <a:ext cx="3681117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Model Deployment and Prediction Interface</a:t>
                </a:r>
                <a:endParaRPr lang="en-US" sz="1400" b="1" noProof="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3639C161-B5C7-6750-2369-4E3ADEE22F7C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predictions are likely evaluated through basic scripts or batch processes.</a:t>
                </a:r>
                <a:endPara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09273B2E-C68E-F497-4F5A-4D41AE1D27FD}"/>
                </a:ext>
              </a:extLst>
            </p:cNvPr>
            <p:cNvGrpSpPr/>
            <p:nvPr/>
          </p:nvGrpSpPr>
          <p:grpSpPr>
            <a:xfrm>
              <a:off x="883641" y="4390465"/>
              <a:ext cx="1767100" cy="1273831"/>
              <a:chOff x="8885199" y="1173132"/>
              <a:chExt cx="3155210" cy="127383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5FD9D251-483E-865F-85F3-1481897403AA}"/>
                  </a:ext>
                </a:extLst>
              </p:cNvPr>
              <p:cNvSpPr txBox="1"/>
              <p:nvPr/>
            </p:nvSpPr>
            <p:spPr>
              <a:xfrm>
                <a:off x="8885199" y="1173132"/>
                <a:ext cx="3155210" cy="528174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400" b="1" noProof="1"/>
                  <a:t>Data Preprocessing and Vectorization</a:t>
                </a:r>
                <a:endParaRPr lang="en-US" sz="1400" b="1" noProof="1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0A4E27CF-0AB0-E573-882C-2F9773BB8F1A}"/>
                  </a:ext>
                </a:extLst>
              </p:cNvPr>
              <p:cNvSpPr txBox="1"/>
              <p:nvPr/>
            </p:nvSpPr>
            <p:spPr>
              <a:xfrm>
                <a:off x="8921977" y="1701306"/>
                <a:ext cx="2926080" cy="745657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050" noProof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Basic text vectorization is used, possibly lacking efficient handling of large datasets.</a:t>
                </a:r>
                <a:endParaRPr lang="en-US" sz="105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504" y="2924903"/>
            <a:ext cx="903284" cy="90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77" y="2995882"/>
            <a:ext cx="822802" cy="822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201" y="2946658"/>
            <a:ext cx="885669" cy="88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353" y="2961469"/>
            <a:ext cx="913434" cy="913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657" y="2954076"/>
            <a:ext cx="958190" cy="958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358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D9DFCD-70D3-7355-F969-5408AC8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250" y="347926"/>
            <a:ext cx="10686481" cy="711307"/>
          </a:xfrm>
        </p:spPr>
        <p:txBody>
          <a:bodyPr/>
          <a:lstStyle/>
          <a:p>
            <a:r>
              <a:rPr lang="en-IN" sz="3600" dirty="0"/>
              <a:t>OUTCOME OF THE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655D00E-C44F-FA45-1DCB-C885E8829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32569" y="209574"/>
            <a:ext cx="1225296" cy="1043432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86205" y="1100067"/>
            <a:ext cx="10629785" cy="4787022"/>
            <a:chOff x="405538" y="737565"/>
            <a:chExt cx="11380924" cy="5129707"/>
          </a:xfrm>
        </p:grpSpPr>
        <p:sp>
          <p:nvSpPr>
            <p:cNvPr id="7" name="Freeform: Shape 113">
              <a:extLst>
                <a:ext uri="{FF2B5EF4-FFF2-40B4-BE49-F238E27FC236}">
                  <a16:creationId xmlns:a16="http://schemas.microsoft.com/office/drawing/2014/main" xmlns="" id="{5C2F0FF0-E07E-4955-835E-7F4AA43818A1}"/>
                </a:ext>
              </a:extLst>
            </p:cNvPr>
            <p:cNvSpPr/>
            <p:nvPr/>
          </p:nvSpPr>
          <p:spPr>
            <a:xfrm>
              <a:off x="9116938" y="2130171"/>
              <a:ext cx="2669524" cy="1841944"/>
            </a:xfrm>
            <a:custGeom>
              <a:avLst/>
              <a:gdLst>
                <a:gd name="connsiteX0" fmla="*/ 1179331 w 2669524"/>
                <a:gd name="connsiteY0" fmla="*/ 0 h 1841944"/>
                <a:gd name="connsiteX1" fmla="*/ 1184648 w 2669524"/>
                <a:gd name="connsiteY1" fmla="*/ 0 h 1841944"/>
                <a:gd name="connsiteX2" fmla="*/ 1372637 w 2669524"/>
                <a:gd name="connsiteY2" fmla="*/ 0 h 1841944"/>
                <a:gd name="connsiteX3" fmla="*/ 2064804 w 2669524"/>
                <a:gd name="connsiteY3" fmla="*/ 58092 h 1841944"/>
                <a:gd name="connsiteX4" fmla="*/ 2494425 w 2669524"/>
                <a:gd name="connsiteY4" fmla="*/ 487392 h 1841944"/>
                <a:gd name="connsiteX5" fmla="*/ 2552204 w 2669524"/>
                <a:gd name="connsiteY5" fmla="*/ 1184975 h 1841944"/>
                <a:gd name="connsiteX6" fmla="*/ 2552204 w 2669524"/>
                <a:gd name="connsiteY6" fmla="*/ 1237968 h 1841944"/>
                <a:gd name="connsiteX7" fmla="*/ 2669524 w 2669524"/>
                <a:gd name="connsiteY7" fmla="*/ 1237968 h 1841944"/>
                <a:gd name="connsiteX8" fmla="*/ 2367536 w 2669524"/>
                <a:gd name="connsiteY8" fmla="*/ 1841944 h 1841944"/>
                <a:gd name="connsiteX9" fmla="*/ 2065548 w 2669524"/>
                <a:gd name="connsiteY9" fmla="*/ 1237968 h 1841944"/>
                <a:gd name="connsiteX10" fmla="*/ 2177408 w 2669524"/>
                <a:gd name="connsiteY10" fmla="*/ 1237968 h 1841944"/>
                <a:gd name="connsiteX11" fmla="*/ 2177408 w 2669524"/>
                <a:gd name="connsiteY11" fmla="*/ 1018051 h 1841944"/>
                <a:gd name="connsiteX12" fmla="*/ 2145978 w 2669524"/>
                <a:gd name="connsiteY12" fmla="*/ 639551 h 1841944"/>
                <a:gd name="connsiteX13" fmla="*/ 1912971 w 2669524"/>
                <a:gd name="connsiteY13" fmla="*/ 406220 h 1841944"/>
                <a:gd name="connsiteX14" fmla="*/ 1537112 w 2669524"/>
                <a:gd name="connsiteY14" fmla="*/ 375005 h 1841944"/>
                <a:gd name="connsiteX15" fmla="*/ 1017810 w 2669524"/>
                <a:gd name="connsiteY15" fmla="*/ 375005 h 1841944"/>
                <a:gd name="connsiteX16" fmla="*/ 1015092 w 2669524"/>
                <a:gd name="connsiteY16" fmla="*/ 375005 h 1841944"/>
                <a:gd name="connsiteX17" fmla="*/ 639233 w 2669524"/>
                <a:gd name="connsiteY17" fmla="*/ 406220 h 1841944"/>
                <a:gd name="connsiteX18" fmla="*/ 406226 w 2669524"/>
                <a:gd name="connsiteY18" fmla="*/ 639551 h 1841944"/>
                <a:gd name="connsiteX19" fmla="*/ 374796 w 2669524"/>
                <a:gd name="connsiteY19" fmla="*/ 1015340 h 1841944"/>
                <a:gd name="connsiteX20" fmla="*/ 374796 w 2669524"/>
                <a:gd name="connsiteY20" fmla="*/ 1228395 h 1841944"/>
                <a:gd name="connsiteX21" fmla="*/ 184378 w 2669524"/>
                <a:gd name="connsiteY21" fmla="*/ 847559 h 1841944"/>
                <a:gd name="connsiteX22" fmla="*/ 0 w 2669524"/>
                <a:gd name="connsiteY22" fmla="*/ 1216315 h 1841944"/>
                <a:gd name="connsiteX23" fmla="*/ 0 w 2669524"/>
                <a:gd name="connsiteY23" fmla="*/ 1179611 h 1841944"/>
                <a:gd name="connsiteX24" fmla="*/ 57779 w 2669524"/>
                <a:gd name="connsiteY24" fmla="*/ 487392 h 1841944"/>
                <a:gd name="connsiteX25" fmla="*/ 487164 w 2669524"/>
                <a:gd name="connsiteY25" fmla="*/ 58092 h 1841944"/>
                <a:gd name="connsiteX26" fmla="*/ 1179331 w 2669524"/>
                <a:gd name="connsiteY26" fmla="*/ 0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9524" h="1841944">
                  <a:moveTo>
                    <a:pt x="1179331" y="0"/>
                  </a:moveTo>
                  <a:lnTo>
                    <a:pt x="1184648" y="0"/>
                  </a:lnTo>
                  <a:lnTo>
                    <a:pt x="1372637" y="0"/>
                  </a:lnTo>
                  <a:cubicBezTo>
                    <a:pt x="1710804" y="0"/>
                    <a:pt x="1882487" y="241"/>
                    <a:pt x="2064804" y="58092"/>
                  </a:cubicBezTo>
                  <a:cubicBezTo>
                    <a:pt x="2264372" y="130706"/>
                    <a:pt x="2421758" y="287807"/>
                    <a:pt x="2494425" y="487392"/>
                  </a:cubicBezTo>
                  <a:cubicBezTo>
                    <a:pt x="2552204" y="669742"/>
                    <a:pt x="2552204" y="841547"/>
                    <a:pt x="2552204" y="1184975"/>
                  </a:cubicBezTo>
                  <a:lnTo>
                    <a:pt x="2552204" y="1237968"/>
                  </a:lnTo>
                  <a:lnTo>
                    <a:pt x="2669524" y="1237968"/>
                  </a:lnTo>
                  <a:lnTo>
                    <a:pt x="2367536" y="1841944"/>
                  </a:lnTo>
                  <a:lnTo>
                    <a:pt x="2065548" y="1237968"/>
                  </a:lnTo>
                  <a:lnTo>
                    <a:pt x="2177408" y="1237968"/>
                  </a:lnTo>
                  <a:lnTo>
                    <a:pt x="2177408" y="1018051"/>
                  </a:lnTo>
                  <a:cubicBezTo>
                    <a:pt x="2177408" y="831603"/>
                    <a:pt x="2177408" y="738560"/>
                    <a:pt x="2145978" y="639551"/>
                  </a:cubicBezTo>
                  <a:cubicBezTo>
                    <a:pt x="2106514" y="531202"/>
                    <a:pt x="2021322" y="445631"/>
                    <a:pt x="1912971" y="406220"/>
                  </a:cubicBezTo>
                  <a:cubicBezTo>
                    <a:pt x="1813955" y="374824"/>
                    <a:pt x="1720729" y="375005"/>
                    <a:pt x="1537112" y="375005"/>
                  </a:cubicBezTo>
                  <a:lnTo>
                    <a:pt x="1017810" y="375005"/>
                  </a:lnTo>
                  <a:lnTo>
                    <a:pt x="1015092" y="375005"/>
                  </a:lnTo>
                  <a:cubicBezTo>
                    <a:pt x="830648" y="375005"/>
                    <a:pt x="737776" y="375005"/>
                    <a:pt x="639233" y="406220"/>
                  </a:cubicBezTo>
                  <a:cubicBezTo>
                    <a:pt x="530882" y="445631"/>
                    <a:pt x="445690" y="531142"/>
                    <a:pt x="406226" y="639551"/>
                  </a:cubicBezTo>
                  <a:cubicBezTo>
                    <a:pt x="374796" y="738560"/>
                    <a:pt x="374796" y="831724"/>
                    <a:pt x="374796" y="1015340"/>
                  </a:cubicBezTo>
                  <a:lnTo>
                    <a:pt x="374796" y="1228395"/>
                  </a:lnTo>
                  <a:lnTo>
                    <a:pt x="184378" y="847559"/>
                  </a:lnTo>
                  <a:lnTo>
                    <a:pt x="0" y="1216315"/>
                  </a:lnTo>
                  <a:lnTo>
                    <a:pt x="0" y="1179611"/>
                  </a:lnTo>
                  <a:cubicBezTo>
                    <a:pt x="0" y="841426"/>
                    <a:pt x="0" y="669742"/>
                    <a:pt x="57779" y="487392"/>
                  </a:cubicBezTo>
                  <a:cubicBezTo>
                    <a:pt x="130446" y="287807"/>
                    <a:pt x="287477" y="130706"/>
                    <a:pt x="487164" y="58092"/>
                  </a:cubicBezTo>
                  <a:cubicBezTo>
                    <a:pt x="668418" y="603"/>
                    <a:pt x="839982" y="0"/>
                    <a:pt x="1179331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8" name="Freeform: Shape 108">
              <a:extLst>
                <a:ext uri="{FF2B5EF4-FFF2-40B4-BE49-F238E27FC236}">
                  <a16:creationId xmlns:a16="http://schemas.microsoft.com/office/drawing/2014/main" xmlns="" id="{80FE0DB4-77D3-4A93-B56B-FFEE2F683B17}"/>
                </a:ext>
              </a:extLst>
            </p:cNvPr>
            <p:cNvSpPr/>
            <p:nvPr/>
          </p:nvSpPr>
          <p:spPr>
            <a:xfrm rot="10800000">
              <a:off x="405538" y="2130171"/>
              <a:ext cx="2670899" cy="1841944"/>
            </a:xfrm>
            <a:custGeom>
              <a:avLst/>
              <a:gdLst>
                <a:gd name="connsiteX0" fmla="*/ 1491568 w 2670899"/>
                <a:gd name="connsiteY0" fmla="*/ 1841944 h 1841944"/>
                <a:gd name="connsiteX1" fmla="*/ 1486251 w 2670899"/>
                <a:gd name="connsiteY1" fmla="*/ 1841944 h 1841944"/>
                <a:gd name="connsiteX2" fmla="*/ 1298262 w 2670899"/>
                <a:gd name="connsiteY2" fmla="*/ 1841944 h 1841944"/>
                <a:gd name="connsiteX3" fmla="*/ 606095 w 2670899"/>
                <a:gd name="connsiteY3" fmla="*/ 1783852 h 1841944"/>
                <a:gd name="connsiteX4" fmla="*/ 176474 w 2670899"/>
                <a:gd name="connsiteY4" fmla="*/ 1354552 h 1841944"/>
                <a:gd name="connsiteX5" fmla="*/ 118695 w 2670899"/>
                <a:gd name="connsiteY5" fmla="*/ 656970 h 1841944"/>
                <a:gd name="connsiteX6" fmla="*/ 118695 w 2670899"/>
                <a:gd name="connsiteY6" fmla="*/ 603976 h 1841944"/>
                <a:gd name="connsiteX7" fmla="*/ 0 w 2670899"/>
                <a:gd name="connsiteY7" fmla="*/ 603976 h 1841944"/>
                <a:gd name="connsiteX8" fmla="*/ 301988 w 2670899"/>
                <a:gd name="connsiteY8" fmla="*/ 0 h 1841944"/>
                <a:gd name="connsiteX9" fmla="*/ 603976 w 2670899"/>
                <a:gd name="connsiteY9" fmla="*/ 603976 h 1841944"/>
                <a:gd name="connsiteX10" fmla="*/ 493491 w 2670899"/>
                <a:gd name="connsiteY10" fmla="*/ 603976 h 1841944"/>
                <a:gd name="connsiteX11" fmla="*/ 493491 w 2670899"/>
                <a:gd name="connsiteY11" fmla="*/ 823893 h 1841944"/>
                <a:gd name="connsiteX12" fmla="*/ 524921 w 2670899"/>
                <a:gd name="connsiteY12" fmla="*/ 1202393 h 1841944"/>
                <a:gd name="connsiteX13" fmla="*/ 757928 w 2670899"/>
                <a:gd name="connsiteY13" fmla="*/ 1435724 h 1841944"/>
                <a:gd name="connsiteX14" fmla="*/ 1133787 w 2670899"/>
                <a:gd name="connsiteY14" fmla="*/ 1466939 h 1841944"/>
                <a:gd name="connsiteX15" fmla="*/ 1653089 w 2670899"/>
                <a:gd name="connsiteY15" fmla="*/ 1466939 h 1841944"/>
                <a:gd name="connsiteX16" fmla="*/ 1655807 w 2670899"/>
                <a:gd name="connsiteY16" fmla="*/ 1466939 h 1841944"/>
                <a:gd name="connsiteX17" fmla="*/ 2031666 w 2670899"/>
                <a:gd name="connsiteY17" fmla="*/ 1435724 h 1841944"/>
                <a:gd name="connsiteX18" fmla="*/ 2264673 w 2670899"/>
                <a:gd name="connsiteY18" fmla="*/ 1202393 h 1841944"/>
                <a:gd name="connsiteX19" fmla="*/ 2296103 w 2670899"/>
                <a:gd name="connsiteY19" fmla="*/ 826605 h 1841944"/>
                <a:gd name="connsiteX20" fmla="*/ 2296103 w 2670899"/>
                <a:gd name="connsiteY20" fmla="*/ 540304 h 1841944"/>
                <a:gd name="connsiteX21" fmla="*/ 2670899 w 2670899"/>
                <a:gd name="connsiteY21" fmla="*/ 540304 h 1841944"/>
                <a:gd name="connsiteX22" fmla="*/ 2670899 w 2670899"/>
                <a:gd name="connsiteY22" fmla="*/ 662333 h 1841944"/>
                <a:gd name="connsiteX23" fmla="*/ 2613120 w 2670899"/>
                <a:gd name="connsiteY23" fmla="*/ 1354552 h 1841944"/>
                <a:gd name="connsiteX24" fmla="*/ 2183735 w 2670899"/>
                <a:gd name="connsiteY24" fmla="*/ 1783852 h 1841944"/>
                <a:gd name="connsiteX25" fmla="*/ 1491568 w 2670899"/>
                <a:gd name="connsiteY25" fmla="*/ 1841944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70899" h="1841944">
                  <a:moveTo>
                    <a:pt x="1491568" y="1841944"/>
                  </a:moveTo>
                  <a:lnTo>
                    <a:pt x="1486251" y="1841944"/>
                  </a:lnTo>
                  <a:lnTo>
                    <a:pt x="1298262" y="1841944"/>
                  </a:lnTo>
                  <a:cubicBezTo>
                    <a:pt x="960095" y="1841944"/>
                    <a:pt x="788412" y="1841703"/>
                    <a:pt x="606095" y="1783852"/>
                  </a:cubicBezTo>
                  <a:cubicBezTo>
                    <a:pt x="406527" y="1711238"/>
                    <a:pt x="249141" y="1554137"/>
                    <a:pt x="176474" y="1354552"/>
                  </a:cubicBezTo>
                  <a:cubicBezTo>
                    <a:pt x="118695" y="1172202"/>
                    <a:pt x="118695" y="1000398"/>
                    <a:pt x="118695" y="656970"/>
                  </a:cubicBezTo>
                  <a:lnTo>
                    <a:pt x="118695" y="603976"/>
                  </a:lnTo>
                  <a:lnTo>
                    <a:pt x="0" y="603976"/>
                  </a:lnTo>
                  <a:lnTo>
                    <a:pt x="301988" y="0"/>
                  </a:lnTo>
                  <a:lnTo>
                    <a:pt x="603976" y="603976"/>
                  </a:lnTo>
                  <a:lnTo>
                    <a:pt x="493491" y="603976"/>
                  </a:lnTo>
                  <a:lnTo>
                    <a:pt x="493491" y="823893"/>
                  </a:lnTo>
                  <a:cubicBezTo>
                    <a:pt x="493491" y="1010341"/>
                    <a:pt x="493491" y="1103384"/>
                    <a:pt x="524921" y="1202393"/>
                  </a:cubicBezTo>
                  <a:cubicBezTo>
                    <a:pt x="564386" y="1310742"/>
                    <a:pt x="649577" y="1396313"/>
                    <a:pt x="757928" y="1435724"/>
                  </a:cubicBezTo>
                  <a:cubicBezTo>
                    <a:pt x="856944" y="1467120"/>
                    <a:pt x="950170" y="1466939"/>
                    <a:pt x="1133787" y="1466939"/>
                  </a:cubicBezTo>
                  <a:lnTo>
                    <a:pt x="1653089" y="1466939"/>
                  </a:lnTo>
                  <a:lnTo>
                    <a:pt x="1655807" y="1466939"/>
                  </a:lnTo>
                  <a:cubicBezTo>
                    <a:pt x="1840251" y="1466939"/>
                    <a:pt x="1933123" y="1466939"/>
                    <a:pt x="2031666" y="1435724"/>
                  </a:cubicBezTo>
                  <a:cubicBezTo>
                    <a:pt x="2140017" y="1396313"/>
                    <a:pt x="2225209" y="1310803"/>
                    <a:pt x="2264673" y="1202393"/>
                  </a:cubicBezTo>
                  <a:cubicBezTo>
                    <a:pt x="2296103" y="1103384"/>
                    <a:pt x="2296103" y="1010220"/>
                    <a:pt x="2296103" y="826605"/>
                  </a:cubicBezTo>
                  <a:lnTo>
                    <a:pt x="2296103" y="540304"/>
                  </a:lnTo>
                  <a:lnTo>
                    <a:pt x="2670899" y="540304"/>
                  </a:lnTo>
                  <a:lnTo>
                    <a:pt x="2670899" y="662333"/>
                  </a:lnTo>
                  <a:cubicBezTo>
                    <a:pt x="2670899" y="1000518"/>
                    <a:pt x="2670899" y="1172202"/>
                    <a:pt x="2613120" y="1354552"/>
                  </a:cubicBezTo>
                  <a:cubicBezTo>
                    <a:pt x="2540453" y="1554137"/>
                    <a:pt x="2383422" y="1711238"/>
                    <a:pt x="2183735" y="1783852"/>
                  </a:cubicBezTo>
                  <a:cubicBezTo>
                    <a:pt x="2002481" y="1841342"/>
                    <a:pt x="1830917" y="1841944"/>
                    <a:pt x="1491568" y="1841944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9" name="Freeform: Shape 110">
              <a:extLst>
                <a:ext uri="{FF2B5EF4-FFF2-40B4-BE49-F238E27FC236}">
                  <a16:creationId xmlns:a16="http://schemas.microsoft.com/office/drawing/2014/main" xmlns="" id="{F261BA56-7F89-4B24-9B8A-DF1BE63FE431}"/>
                </a:ext>
              </a:extLst>
            </p:cNvPr>
            <p:cNvSpPr/>
            <p:nvPr/>
          </p:nvSpPr>
          <p:spPr>
            <a:xfrm rot="10800000">
              <a:off x="2584371" y="2977730"/>
              <a:ext cx="2667687" cy="1750099"/>
            </a:xfrm>
            <a:custGeom>
              <a:avLst/>
              <a:gdLst>
                <a:gd name="connsiteX0" fmla="*/ 301988 w 2667687"/>
                <a:gd name="connsiteY0" fmla="*/ 1750099 h 1750099"/>
                <a:gd name="connsiteX1" fmla="*/ 0 w 2667687"/>
                <a:gd name="connsiteY1" fmla="*/ 1146123 h 1750099"/>
                <a:gd name="connsiteX2" fmla="*/ 115560 w 2667687"/>
                <a:gd name="connsiteY2" fmla="*/ 1146123 h 1750099"/>
                <a:gd name="connsiteX3" fmla="*/ 115642 w 2667687"/>
                <a:gd name="connsiteY3" fmla="*/ 1060251 h 1750099"/>
                <a:gd name="connsiteX4" fmla="*/ 173308 w 2667687"/>
                <a:gd name="connsiteY4" fmla="*/ 487392 h 1750099"/>
                <a:gd name="connsiteX5" fmla="*/ 602693 w 2667687"/>
                <a:gd name="connsiteY5" fmla="*/ 58092 h 1750099"/>
                <a:gd name="connsiteX6" fmla="*/ 1294860 w 2667687"/>
                <a:gd name="connsiteY6" fmla="*/ 0 h 1750099"/>
                <a:gd name="connsiteX7" fmla="*/ 1300177 w 2667687"/>
                <a:gd name="connsiteY7" fmla="*/ 0 h 1750099"/>
                <a:gd name="connsiteX8" fmla="*/ 1488166 w 2667687"/>
                <a:gd name="connsiteY8" fmla="*/ 0 h 1750099"/>
                <a:gd name="connsiteX9" fmla="*/ 2180333 w 2667687"/>
                <a:gd name="connsiteY9" fmla="*/ 58092 h 1750099"/>
                <a:gd name="connsiteX10" fmla="*/ 2609954 w 2667687"/>
                <a:gd name="connsiteY10" fmla="*/ 487392 h 1750099"/>
                <a:gd name="connsiteX11" fmla="*/ 2667620 w 2667687"/>
                <a:gd name="connsiteY11" fmla="*/ 1063879 h 1750099"/>
                <a:gd name="connsiteX12" fmla="*/ 2667687 w 2667687"/>
                <a:gd name="connsiteY12" fmla="*/ 1135871 h 1750099"/>
                <a:gd name="connsiteX13" fmla="*/ 2477609 w 2667687"/>
                <a:gd name="connsiteY13" fmla="*/ 755714 h 1750099"/>
                <a:gd name="connsiteX14" fmla="*/ 2292937 w 2667687"/>
                <a:gd name="connsiteY14" fmla="*/ 1125058 h 1750099"/>
                <a:gd name="connsiteX15" fmla="*/ 2292937 w 2667687"/>
                <a:gd name="connsiteY15" fmla="*/ 1018051 h 1750099"/>
                <a:gd name="connsiteX16" fmla="*/ 2261507 w 2667687"/>
                <a:gd name="connsiteY16" fmla="*/ 639551 h 1750099"/>
                <a:gd name="connsiteX17" fmla="*/ 2028500 w 2667687"/>
                <a:gd name="connsiteY17" fmla="*/ 406220 h 1750099"/>
                <a:gd name="connsiteX18" fmla="*/ 1652641 w 2667687"/>
                <a:gd name="connsiteY18" fmla="*/ 375005 h 1750099"/>
                <a:gd name="connsiteX19" fmla="*/ 1133338 w 2667687"/>
                <a:gd name="connsiteY19" fmla="*/ 375005 h 1750099"/>
                <a:gd name="connsiteX20" fmla="*/ 1130621 w 2667687"/>
                <a:gd name="connsiteY20" fmla="*/ 375005 h 1750099"/>
                <a:gd name="connsiteX21" fmla="*/ 754762 w 2667687"/>
                <a:gd name="connsiteY21" fmla="*/ 406220 h 1750099"/>
                <a:gd name="connsiteX22" fmla="*/ 521755 w 2667687"/>
                <a:gd name="connsiteY22" fmla="*/ 639551 h 1750099"/>
                <a:gd name="connsiteX23" fmla="*/ 490325 w 2667687"/>
                <a:gd name="connsiteY23" fmla="*/ 1015340 h 1750099"/>
                <a:gd name="connsiteX24" fmla="*/ 490325 w 2667687"/>
                <a:gd name="connsiteY24" fmla="*/ 1146123 h 1750099"/>
                <a:gd name="connsiteX25" fmla="*/ 603976 w 2667687"/>
                <a:gd name="connsiteY25" fmla="*/ 1146123 h 175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7687" h="1750099">
                  <a:moveTo>
                    <a:pt x="301988" y="1750099"/>
                  </a:moveTo>
                  <a:lnTo>
                    <a:pt x="0" y="1146123"/>
                  </a:lnTo>
                  <a:lnTo>
                    <a:pt x="115560" y="1146123"/>
                  </a:lnTo>
                  <a:lnTo>
                    <a:pt x="115642" y="1060251"/>
                  </a:lnTo>
                  <a:cubicBezTo>
                    <a:pt x="116432" y="798338"/>
                    <a:pt x="122752" y="646949"/>
                    <a:pt x="173308" y="487392"/>
                  </a:cubicBezTo>
                  <a:cubicBezTo>
                    <a:pt x="245975" y="287807"/>
                    <a:pt x="403007" y="130707"/>
                    <a:pt x="602693" y="58092"/>
                  </a:cubicBezTo>
                  <a:cubicBezTo>
                    <a:pt x="783947" y="603"/>
                    <a:pt x="955512" y="0"/>
                    <a:pt x="1294860" y="0"/>
                  </a:cubicBezTo>
                  <a:lnTo>
                    <a:pt x="1300177" y="0"/>
                  </a:lnTo>
                  <a:lnTo>
                    <a:pt x="1488166" y="0"/>
                  </a:lnTo>
                  <a:cubicBezTo>
                    <a:pt x="1826333" y="0"/>
                    <a:pt x="1998016" y="241"/>
                    <a:pt x="2180333" y="58092"/>
                  </a:cubicBezTo>
                  <a:cubicBezTo>
                    <a:pt x="2379901" y="130707"/>
                    <a:pt x="2537287" y="287807"/>
                    <a:pt x="2609954" y="487392"/>
                  </a:cubicBezTo>
                  <a:cubicBezTo>
                    <a:pt x="2660510" y="646948"/>
                    <a:pt x="2666830" y="798431"/>
                    <a:pt x="2667620" y="1063879"/>
                  </a:cubicBezTo>
                  <a:lnTo>
                    <a:pt x="2667687" y="1135871"/>
                  </a:lnTo>
                  <a:lnTo>
                    <a:pt x="2477609" y="755714"/>
                  </a:lnTo>
                  <a:lnTo>
                    <a:pt x="2292937" y="1125058"/>
                  </a:lnTo>
                  <a:lnTo>
                    <a:pt x="2292937" y="1018051"/>
                  </a:lnTo>
                  <a:cubicBezTo>
                    <a:pt x="2292937" y="831603"/>
                    <a:pt x="2292937" y="738560"/>
                    <a:pt x="2261507" y="639551"/>
                  </a:cubicBezTo>
                  <a:cubicBezTo>
                    <a:pt x="2222042" y="531202"/>
                    <a:pt x="2136851" y="445631"/>
                    <a:pt x="2028500" y="406220"/>
                  </a:cubicBezTo>
                  <a:cubicBezTo>
                    <a:pt x="1929484" y="374824"/>
                    <a:pt x="1836258" y="375005"/>
                    <a:pt x="1652641" y="375005"/>
                  </a:cubicBezTo>
                  <a:lnTo>
                    <a:pt x="1133338" y="375005"/>
                  </a:lnTo>
                  <a:lnTo>
                    <a:pt x="1130621" y="375005"/>
                  </a:lnTo>
                  <a:cubicBezTo>
                    <a:pt x="946177" y="375005"/>
                    <a:pt x="853305" y="375005"/>
                    <a:pt x="754762" y="406220"/>
                  </a:cubicBezTo>
                  <a:cubicBezTo>
                    <a:pt x="646411" y="445631"/>
                    <a:pt x="561220" y="531142"/>
                    <a:pt x="521755" y="639551"/>
                  </a:cubicBezTo>
                  <a:cubicBezTo>
                    <a:pt x="490325" y="738560"/>
                    <a:pt x="490325" y="831724"/>
                    <a:pt x="490325" y="1015340"/>
                  </a:cubicBezTo>
                  <a:lnTo>
                    <a:pt x="490325" y="1146123"/>
                  </a:lnTo>
                  <a:lnTo>
                    <a:pt x="603976" y="1146123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0" name="Freeform: Shape 112">
              <a:extLst>
                <a:ext uri="{FF2B5EF4-FFF2-40B4-BE49-F238E27FC236}">
                  <a16:creationId xmlns:a16="http://schemas.microsoft.com/office/drawing/2014/main" xmlns="" id="{EF7EEE94-C027-4564-9345-83A23AE90BDA}"/>
                </a:ext>
              </a:extLst>
            </p:cNvPr>
            <p:cNvSpPr/>
            <p:nvPr/>
          </p:nvSpPr>
          <p:spPr>
            <a:xfrm>
              <a:off x="4759999" y="2130171"/>
              <a:ext cx="2667682" cy="1841944"/>
            </a:xfrm>
            <a:custGeom>
              <a:avLst/>
              <a:gdLst>
                <a:gd name="connsiteX0" fmla="*/ 1179331 w 2667682"/>
                <a:gd name="connsiteY0" fmla="*/ 0 h 1841944"/>
                <a:gd name="connsiteX1" fmla="*/ 1184648 w 2667682"/>
                <a:gd name="connsiteY1" fmla="*/ 0 h 1841944"/>
                <a:gd name="connsiteX2" fmla="*/ 1372637 w 2667682"/>
                <a:gd name="connsiteY2" fmla="*/ 0 h 1841944"/>
                <a:gd name="connsiteX3" fmla="*/ 2064804 w 2667682"/>
                <a:gd name="connsiteY3" fmla="*/ 58092 h 1841944"/>
                <a:gd name="connsiteX4" fmla="*/ 2494425 w 2667682"/>
                <a:gd name="connsiteY4" fmla="*/ 487392 h 1841944"/>
                <a:gd name="connsiteX5" fmla="*/ 2552204 w 2667682"/>
                <a:gd name="connsiteY5" fmla="*/ 1184975 h 1841944"/>
                <a:gd name="connsiteX6" fmla="*/ 2552204 w 2667682"/>
                <a:gd name="connsiteY6" fmla="*/ 1237968 h 1841944"/>
                <a:gd name="connsiteX7" fmla="*/ 2667682 w 2667682"/>
                <a:gd name="connsiteY7" fmla="*/ 1237968 h 1841944"/>
                <a:gd name="connsiteX8" fmla="*/ 2365694 w 2667682"/>
                <a:gd name="connsiteY8" fmla="*/ 1841944 h 1841944"/>
                <a:gd name="connsiteX9" fmla="*/ 2063706 w 2667682"/>
                <a:gd name="connsiteY9" fmla="*/ 1237968 h 1841944"/>
                <a:gd name="connsiteX10" fmla="*/ 2177408 w 2667682"/>
                <a:gd name="connsiteY10" fmla="*/ 1237968 h 1841944"/>
                <a:gd name="connsiteX11" fmla="*/ 2177408 w 2667682"/>
                <a:gd name="connsiteY11" fmla="*/ 1018051 h 1841944"/>
                <a:gd name="connsiteX12" fmla="*/ 2145978 w 2667682"/>
                <a:gd name="connsiteY12" fmla="*/ 639551 h 1841944"/>
                <a:gd name="connsiteX13" fmla="*/ 1912972 w 2667682"/>
                <a:gd name="connsiteY13" fmla="*/ 406220 h 1841944"/>
                <a:gd name="connsiteX14" fmla="*/ 1537112 w 2667682"/>
                <a:gd name="connsiteY14" fmla="*/ 375005 h 1841944"/>
                <a:gd name="connsiteX15" fmla="*/ 1017810 w 2667682"/>
                <a:gd name="connsiteY15" fmla="*/ 375005 h 1841944"/>
                <a:gd name="connsiteX16" fmla="*/ 1015092 w 2667682"/>
                <a:gd name="connsiteY16" fmla="*/ 375005 h 1841944"/>
                <a:gd name="connsiteX17" fmla="*/ 639233 w 2667682"/>
                <a:gd name="connsiteY17" fmla="*/ 406220 h 1841944"/>
                <a:gd name="connsiteX18" fmla="*/ 406226 w 2667682"/>
                <a:gd name="connsiteY18" fmla="*/ 639551 h 1841944"/>
                <a:gd name="connsiteX19" fmla="*/ 374796 w 2667682"/>
                <a:gd name="connsiteY19" fmla="*/ 1015340 h 1841944"/>
                <a:gd name="connsiteX20" fmla="*/ 374796 w 2667682"/>
                <a:gd name="connsiteY20" fmla="*/ 1217009 h 1841944"/>
                <a:gd name="connsiteX21" fmla="*/ 190071 w 2667682"/>
                <a:gd name="connsiteY21" fmla="*/ 847559 h 1841944"/>
                <a:gd name="connsiteX22" fmla="*/ 0 w 2667682"/>
                <a:gd name="connsiteY22" fmla="*/ 1227701 h 1841944"/>
                <a:gd name="connsiteX23" fmla="*/ 0 w 2667682"/>
                <a:gd name="connsiteY23" fmla="*/ 1179611 h 1841944"/>
                <a:gd name="connsiteX24" fmla="*/ 57779 w 2667682"/>
                <a:gd name="connsiteY24" fmla="*/ 487392 h 1841944"/>
                <a:gd name="connsiteX25" fmla="*/ 487164 w 2667682"/>
                <a:gd name="connsiteY25" fmla="*/ 58092 h 1841944"/>
                <a:gd name="connsiteX26" fmla="*/ 1179331 w 2667682"/>
                <a:gd name="connsiteY26" fmla="*/ 0 h 184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7682" h="1841944">
                  <a:moveTo>
                    <a:pt x="1179331" y="0"/>
                  </a:moveTo>
                  <a:lnTo>
                    <a:pt x="1184648" y="0"/>
                  </a:lnTo>
                  <a:lnTo>
                    <a:pt x="1372637" y="0"/>
                  </a:lnTo>
                  <a:cubicBezTo>
                    <a:pt x="1710804" y="0"/>
                    <a:pt x="1882487" y="241"/>
                    <a:pt x="2064804" y="58092"/>
                  </a:cubicBezTo>
                  <a:cubicBezTo>
                    <a:pt x="2264372" y="130706"/>
                    <a:pt x="2421758" y="287807"/>
                    <a:pt x="2494425" y="487392"/>
                  </a:cubicBezTo>
                  <a:cubicBezTo>
                    <a:pt x="2552204" y="669742"/>
                    <a:pt x="2552204" y="841547"/>
                    <a:pt x="2552204" y="1184975"/>
                  </a:cubicBezTo>
                  <a:lnTo>
                    <a:pt x="2552204" y="1237968"/>
                  </a:lnTo>
                  <a:lnTo>
                    <a:pt x="2667682" y="1237968"/>
                  </a:lnTo>
                  <a:lnTo>
                    <a:pt x="2365694" y="1841944"/>
                  </a:lnTo>
                  <a:lnTo>
                    <a:pt x="2063706" y="1237968"/>
                  </a:lnTo>
                  <a:lnTo>
                    <a:pt x="2177408" y="1237968"/>
                  </a:lnTo>
                  <a:lnTo>
                    <a:pt x="2177408" y="1018051"/>
                  </a:lnTo>
                  <a:cubicBezTo>
                    <a:pt x="2177408" y="831603"/>
                    <a:pt x="2177408" y="738560"/>
                    <a:pt x="2145978" y="639551"/>
                  </a:cubicBezTo>
                  <a:cubicBezTo>
                    <a:pt x="2106514" y="531202"/>
                    <a:pt x="2021322" y="445631"/>
                    <a:pt x="1912972" y="406220"/>
                  </a:cubicBezTo>
                  <a:cubicBezTo>
                    <a:pt x="1813956" y="374824"/>
                    <a:pt x="1720729" y="375005"/>
                    <a:pt x="1537112" y="375005"/>
                  </a:cubicBezTo>
                  <a:lnTo>
                    <a:pt x="1017810" y="375005"/>
                  </a:lnTo>
                  <a:lnTo>
                    <a:pt x="1015092" y="375005"/>
                  </a:lnTo>
                  <a:cubicBezTo>
                    <a:pt x="830648" y="375005"/>
                    <a:pt x="737776" y="375005"/>
                    <a:pt x="639233" y="406220"/>
                  </a:cubicBezTo>
                  <a:cubicBezTo>
                    <a:pt x="530882" y="445631"/>
                    <a:pt x="445691" y="531142"/>
                    <a:pt x="406226" y="639551"/>
                  </a:cubicBezTo>
                  <a:cubicBezTo>
                    <a:pt x="374796" y="738560"/>
                    <a:pt x="374796" y="831724"/>
                    <a:pt x="374796" y="1015340"/>
                  </a:cubicBezTo>
                  <a:lnTo>
                    <a:pt x="374796" y="1217009"/>
                  </a:lnTo>
                  <a:lnTo>
                    <a:pt x="190071" y="847559"/>
                  </a:lnTo>
                  <a:lnTo>
                    <a:pt x="0" y="1227701"/>
                  </a:lnTo>
                  <a:lnTo>
                    <a:pt x="0" y="1179611"/>
                  </a:lnTo>
                  <a:cubicBezTo>
                    <a:pt x="0" y="841426"/>
                    <a:pt x="0" y="669742"/>
                    <a:pt x="57779" y="487392"/>
                  </a:cubicBezTo>
                  <a:cubicBezTo>
                    <a:pt x="130446" y="287807"/>
                    <a:pt x="287478" y="130706"/>
                    <a:pt x="487164" y="58092"/>
                  </a:cubicBezTo>
                  <a:cubicBezTo>
                    <a:pt x="668418" y="603"/>
                    <a:pt x="839983" y="0"/>
                    <a:pt x="1179331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1" name="Freeform: Shape 114">
              <a:extLst>
                <a:ext uri="{FF2B5EF4-FFF2-40B4-BE49-F238E27FC236}">
                  <a16:creationId xmlns:a16="http://schemas.microsoft.com/office/drawing/2014/main" xmlns="" id="{5F9CF90C-D64C-4769-8C15-59DD249BEFD9}"/>
                </a:ext>
              </a:extLst>
            </p:cNvPr>
            <p:cNvSpPr/>
            <p:nvPr/>
          </p:nvSpPr>
          <p:spPr>
            <a:xfrm rot="10800000">
              <a:off x="6938840" y="2977730"/>
              <a:ext cx="2664464" cy="1750099"/>
            </a:xfrm>
            <a:custGeom>
              <a:avLst/>
              <a:gdLst>
                <a:gd name="connsiteX0" fmla="*/ 301988 w 2664464"/>
                <a:gd name="connsiteY0" fmla="*/ 1750099 h 1750099"/>
                <a:gd name="connsiteX1" fmla="*/ 0 w 2664464"/>
                <a:gd name="connsiteY1" fmla="*/ 1146123 h 1750099"/>
                <a:gd name="connsiteX2" fmla="*/ 112345 w 2664464"/>
                <a:gd name="connsiteY2" fmla="*/ 1146123 h 1750099"/>
                <a:gd name="connsiteX3" fmla="*/ 112426 w 2664464"/>
                <a:gd name="connsiteY3" fmla="*/ 1060251 h 1750099"/>
                <a:gd name="connsiteX4" fmla="*/ 170092 w 2664464"/>
                <a:gd name="connsiteY4" fmla="*/ 487392 h 1750099"/>
                <a:gd name="connsiteX5" fmla="*/ 599477 w 2664464"/>
                <a:gd name="connsiteY5" fmla="*/ 58092 h 1750099"/>
                <a:gd name="connsiteX6" fmla="*/ 1291644 w 2664464"/>
                <a:gd name="connsiteY6" fmla="*/ 0 h 1750099"/>
                <a:gd name="connsiteX7" fmla="*/ 1296961 w 2664464"/>
                <a:gd name="connsiteY7" fmla="*/ 0 h 1750099"/>
                <a:gd name="connsiteX8" fmla="*/ 1484949 w 2664464"/>
                <a:gd name="connsiteY8" fmla="*/ 0 h 1750099"/>
                <a:gd name="connsiteX9" fmla="*/ 2177116 w 2664464"/>
                <a:gd name="connsiteY9" fmla="*/ 58092 h 1750099"/>
                <a:gd name="connsiteX10" fmla="*/ 2606737 w 2664464"/>
                <a:gd name="connsiteY10" fmla="*/ 487392 h 1750099"/>
                <a:gd name="connsiteX11" fmla="*/ 2664403 w 2664464"/>
                <a:gd name="connsiteY11" fmla="*/ 1063879 h 1750099"/>
                <a:gd name="connsiteX12" fmla="*/ 2664464 w 2664464"/>
                <a:gd name="connsiteY12" fmla="*/ 1129421 h 1750099"/>
                <a:gd name="connsiteX13" fmla="*/ 2477611 w 2664464"/>
                <a:gd name="connsiteY13" fmla="*/ 755714 h 1750099"/>
                <a:gd name="connsiteX14" fmla="*/ 2289720 w 2664464"/>
                <a:gd name="connsiteY14" fmla="*/ 1131496 h 1750099"/>
                <a:gd name="connsiteX15" fmla="*/ 2289720 w 2664464"/>
                <a:gd name="connsiteY15" fmla="*/ 1018051 h 1750099"/>
                <a:gd name="connsiteX16" fmla="*/ 2258290 w 2664464"/>
                <a:gd name="connsiteY16" fmla="*/ 639551 h 1750099"/>
                <a:gd name="connsiteX17" fmla="*/ 2025284 w 2664464"/>
                <a:gd name="connsiteY17" fmla="*/ 406220 h 1750099"/>
                <a:gd name="connsiteX18" fmla="*/ 1649425 w 2664464"/>
                <a:gd name="connsiteY18" fmla="*/ 375005 h 1750099"/>
                <a:gd name="connsiteX19" fmla="*/ 1130122 w 2664464"/>
                <a:gd name="connsiteY19" fmla="*/ 375005 h 1750099"/>
                <a:gd name="connsiteX20" fmla="*/ 1127404 w 2664464"/>
                <a:gd name="connsiteY20" fmla="*/ 375005 h 1750099"/>
                <a:gd name="connsiteX21" fmla="*/ 751545 w 2664464"/>
                <a:gd name="connsiteY21" fmla="*/ 406220 h 1750099"/>
                <a:gd name="connsiteX22" fmla="*/ 518539 w 2664464"/>
                <a:gd name="connsiteY22" fmla="*/ 639551 h 1750099"/>
                <a:gd name="connsiteX23" fmla="*/ 487109 w 2664464"/>
                <a:gd name="connsiteY23" fmla="*/ 1015340 h 1750099"/>
                <a:gd name="connsiteX24" fmla="*/ 487109 w 2664464"/>
                <a:gd name="connsiteY24" fmla="*/ 1146123 h 1750099"/>
                <a:gd name="connsiteX25" fmla="*/ 603976 w 2664464"/>
                <a:gd name="connsiteY25" fmla="*/ 1146123 h 1750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4464" h="1750099">
                  <a:moveTo>
                    <a:pt x="301988" y="1750099"/>
                  </a:moveTo>
                  <a:lnTo>
                    <a:pt x="0" y="1146123"/>
                  </a:lnTo>
                  <a:lnTo>
                    <a:pt x="112345" y="1146123"/>
                  </a:lnTo>
                  <a:lnTo>
                    <a:pt x="112426" y="1060251"/>
                  </a:lnTo>
                  <a:cubicBezTo>
                    <a:pt x="113216" y="798338"/>
                    <a:pt x="119535" y="646949"/>
                    <a:pt x="170092" y="487392"/>
                  </a:cubicBezTo>
                  <a:cubicBezTo>
                    <a:pt x="242759" y="287807"/>
                    <a:pt x="399790" y="130707"/>
                    <a:pt x="599477" y="58092"/>
                  </a:cubicBezTo>
                  <a:cubicBezTo>
                    <a:pt x="780730" y="603"/>
                    <a:pt x="952295" y="0"/>
                    <a:pt x="1291644" y="0"/>
                  </a:cubicBezTo>
                  <a:lnTo>
                    <a:pt x="1296961" y="0"/>
                  </a:lnTo>
                  <a:lnTo>
                    <a:pt x="1484949" y="0"/>
                  </a:lnTo>
                  <a:cubicBezTo>
                    <a:pt x="1823116" y="0"/>
                    <a:pt x="1994799" y="241"/>
                    <a:pt x="2177116" y="58092"/>
                  </a:cubicBezTo>
                  <a:cubicBezTo>
                    <a:pt x="2376684" y="130707"/>
                    <a:pt x="2534070" y="287807"/>
                    <a:pt x="2606737" y="487392"/>
                  </a:cubicBezTo>
                  <a:cubicBezTo>
                    <a:pt x="2657294" y="646948"/>
                    <a:pt x="2663613" y="798431"/>
                    <a:pt x="2664403" y="1063879"/>
                  </a:cubicBezTo>
                  <a:lnTo>
                    <a:pt x="2664464" y="1129421"/>
                  </a:lnTo>
                  <a:lnTo>
                    <a:pt x="2477611" y="755714"/>
                  </a:lnTo>
                  <a:lnTo>
                    <a:pt x="2289720" y="1131496"/>
                  </a:lnTo>
                  <a:lnTo>
                    <a:pt x="2289720" y="1018051"/>
                  </a:lnTo>
                  <a:cubicBezTo>
                    <a:pt x="2289720" y="831603"/>
                    <a:pt x="2289720" y="738560"/>
                    <a:pt x="2258290" y="639551"/>
                  </a:cubicBezTo>
                  <a:cubicBezTo>
                    <a:pt x="2218826" y="531202"/>
                    <a:pt x="2133634" y="445631"/>
                    <a:pt x="2025284" y="406220"/>
                  </a:cubicBezTo>
                  <a:cubicBezTo>
                    <a:pt x="1926268" y="374824"/>
                    <a:pt x="1833042" y="375005"/>
                    <a:pt x="1649425" y="375005"/>
                  </a:cubicBezTo>
                  <a:lnTo>
                    <a:pt x="1130122" y="375005"/>
                  </a:lnTo>
                  <a:lnTo>
                    <a:pt x="1127404" y="375005"/>
                  </a:lnTo>
                  <a:cubicBezTo>
                    <a:pt x="942961" y="375005"/>
                    <a:pt x="850089" y="375005"/>
                    <a:pt x="751545" y="406220"/>
                  </a:cubicBezTo>
                  <a:cubicBezTo>
                    <a:pt x="643195" y="445631"/>
                    <a:pt x="558003" y="531142"/>
                    <a:pt x="518539" y="639551"/>
                  </a:cubicBezTo>
                  <a:cubicBezTo>
                    <a:pt x="487109" y="738560"/>
                    <a:pt x="487109" y="831724"/>
                    <a:pt x="487109" y="1015340"/>
                  </a:cubicBezTo>
                  <a:lnTo>
                    <a:pt x="487109" y="1146123"/>
                  </a:lnTo>
                  <a:lnTo>
                    <a:pt x="603976" y="1146123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ABE959A5-9FCF-42B4-959D-71FF1FD8E5ED}"/>
                </a:ext>
              </a:extLst>
            </p:cNvPr>
            <p:cNvGrpSpPr/>
            <p:nvPr/>
          </p:nvGrpSpPr>
          <p:grpSpPr>
            <a:xfrm>
              <a:off x="723899" y="3915549"/>
              <a:ext cx="1860471" cy="1951722"/>
              <a:chOff x="332936" y="2223570"/>
              <a:chExt cx="2937088" cy="1951722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530E5F19-9558-48D2-BC5D-90FC5B86EF28}"/>
                  </a:ext>
                </a:extLst>
              </p:cNvPr>
              <p:cNvSpPr txBox="1"/>
              <p:nvPr/>
            </p:nvSpPr>
            <p:spPr>
              <a:xfrm>
                <a:off x="332936" y="2223570"/>
                <a:ext cx="2937088" cy="890485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Data Preprocessing and Vectorization</a:t>
                </a:r>
                <a:endParaRPr lang="en-US" sz="1600" b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F1E5E857-60CA-4BA8-80FE-8ECBF9C92433}"/>
                  </a:ext>
                </a:extLst>
              </p:cNvPr>
              <p:cNvSpPr txBox="1"/>
              <p:nvPr/>
            </p:nvSpPr>
            <p:spPr>
              <a:xfrm>
                <a:off x="340731" y="3086921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Utilizes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TensorFlow’s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TextVectorization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for optimized tokenization and padding, improving scalability. </a:t>
                </a:r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D2A1F3C1-1676-4072-8EFD-ED0E71BEA8BE}"/>
                </a:ext>
              </a:extLst>
            </p:cNvPr>
            <p:cNvGrpSpPr/>
            <p:nvPr/>
          </p:nvGrpSpPr>
          <p:grpSpPr>
            <a:xfrm>
              <a:off x="5108614" y="4154773"/>
              <a:ext cx="1860471" cy="1712499"/>
              <a:chOff x="332936" y="2462794"/>
              <a:chExt cx="2937088" cy="171249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2EF0816E-D38B-4564-9C68-053345E85C9F}"/>
                  </a:ext>
                </a:extLst>
              </p:cNvPr>
              <p:cNvSpPr txBox="1"/>
              <p:nvPr/>
            </p:nvSpPr>
            <p:spPr>
              <a:xfrm>
                <a:off x="332936" y="2462794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Data Handling and Efficiency</a:t>
                </a:r>
                <a:endParaRPr lang="en-US" sz="1600" b="1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4E01E55-423A-42E2-9E69-EFEB2B528760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Uses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tf.data.Dataset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pipeline with caching, shuffling, batching, and prefetching to optimize performance.</a:t>
                </a:r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0326481F-D28C-41B2-A5D0-1CD2B478FFBE}"/>
                </a:ext>
              </a:extLst>
            </p:cNvPr>
            <p:cNvGrpSpPr/>
            <p:nvPr/>
          </p:nvGrpSpPr>
          <p:grpSpPr>
            <a:xfrm>
              <a:off x="9521465" y="3848647"/>
              <a:ext cx="1860471" cy="1962093"/>
              <a:chOff x="377354" y="2156668"/>
              <a:chExt cx="2937088" cy="196209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42953390-FC66-476A-9E55-245E7BF3EAB8}"/>
                  </a:ext>
                </a:extLst>
              </p:cNvPr>
              <p:cNvSpPr txBox="1"/>
              <p:nvPr/>
            </p:nvSpPr>
            <p:spPr>
              <a:xfrm>
                <a:off x="377354" y="2156668"/>
                <a:ext cx="2937088" cy="1154332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Model Deployment and Prediction Interface</a:t>
                </a:r>
                <a:endParaRPr lang="en-US" sz="16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EB0E8C59-931C-4306-97D1-13F17B04F5F6}"/>
                  </a:ext>
                </a:extLst>
              </p:cNvPr>
              <p:cNvSpPr txBox="1"/>
              <p:nvPr/>
            </p:nvSpPr>
            <p:spPr>
              <a:xfrm>
                <a:off x="385150" y="3228276"/>
                <a:ext cx="2929292" cy="890485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Provides an interactive </a:t>
                </a:r>
                <a:r>
                  <a:rPr lang="en-US" sz="12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Gradio</a:t>
                </a:r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interface for real-time user input and toxicity prediction. </a:t>
                </a:r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37A61ED1-401E-4B8D-97BB-5D6FEC49AC0B}"/>
                </a:ext>
              </a:extLst>
            </p:cNvPr>
            <p:cNvGrpSpPr/>
            <p:nvPr/>
          </p:nvGrpSpPr>
          <p:grpSpPr>
            <a:xfrm>
              <a:off x="2945781" y="737565"/>
              <a:ext cx="1860471" cy="1712499"/>
              <a:chOff x="332936" y="2462794"/>
              <a:chExt cx="2937088" cy="171249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7F57776B-188B-439B-9E15-55CBCBB54C43}"/>
                  </a:ext>
                </a:extLst>
              </p:cNvPr>
              <p:cNvSpPr txBox="1"/>
              <p:nvPr/>
            </p:nvSpPr>
            <p:spPr>
              <a:xfrm>
                <a:off x="332936" y="2462794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Model Architecture</a:t>
                </a:r>
                <a:endParaRPr lang="en-US" sz="1600" b="1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8646385C-8AC2-4743-9402-7922DC57DB18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1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Implements Bidirectional LSTMs with multiple dense layers for deeper feature extraction and context understanding.. </a:t>
                </a:r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63CF1631-5D41-4023-A296-28B2ADDD239F}"/>
                </a:ext>
              </a:extLst>
            </p:cNvPr>
            <p:cNvGrpSpPr/>
            <p:nvPr/>
          </p:nvGrpSpPr>
          <p:grpSpPr>
            <a:xfrm>
              <a:off x="7330496" y="737567"/>
              <a:ext cx="1860471" cy="1712496"/>
              <a:chOff x="332936" y="2462796"/>
              <a:chExt cx="2937088" cy="1712496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708BD7F7-6E18-43F3-B965-011DC224729B}"/>
                  </a:ext>
                </a:extLst>
              </p:cNvPr>
              <p:cNvSpPr txBox="1"/>
              <p:nvPr/>
            </p:nvSpPr>
            <p:spPr>
              <a:xfrm>
                <a:off x="332936" y="2462796"/>
                <a:ext cx="2937088" cy="62663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/>
              <a:p>
                <a:pPr algn="ctr"/>
                <a:r>
                  <a:rPr lang="en-US" sz="1600" b="1" dirty="0"/>
                  <a:t>Evaluation Metrics</a:t>
                </a:r>
                <a:endParaRPr lang="en-US" sz="1600" b="1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671007EB-C51D-40B6-8518-AC4F362C48F2}"/>
                  </a:ext>
                </a:extLst>
              </p:cNvPr>
              <p:cNvSpPr txBox="1"/>
              <p:nvPr/>
            </p:nvSpPr>
            <p:spPr>
              <a:xfrm>
                <a:off x="340731" y="3086922"/>
                <a:ext cx="2929293" cy="1088370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Incorporates Precision, Recall, and Categorical Accuracy for more granular and meaningful evaluation.</a:t>
                </a:r>
                <a:endPara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00" y="2899337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444" y="2840182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119" y="2922749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357" y="288923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722" y="2889230"/>
            <a:ext cx="1219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62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288BF6-D96D-6948-2792-BB13F55A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594" y="840740"/>
            <a:ext cx="9307360" cy="923759"/>
          </a:xfrm>
        </p:spPr>
        <p:txBody>
          <a:bodyPr/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6DCC88-A6DD-AF68-5C8B-2AA4476AE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2329907"/>
            <a:ext cx="7782098" cy="3000850"/>
          </a:xfrm>
        </p:spPr>
        <p:txBody>
          <a:bodyPr>
            <a:normAutofit lnSpcReduction="10000"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- Leverages Bidirectional LSTM and optimized data pipelines to improve accuracy and scalability in toxic comment classification.  </a:t>
            </a:r>
            <a:endParaRPr lang="en-I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- Incorporates robust evaluation metrics and </a:t>
            </a:r>
            <a:r>
              <a:rPr lang="en-IN" sz="1800" dirty="0" err="1">
                <a:solidFill>
                  <a:schemeClr val="tx1"/>
                </a:solidFill>
              </a:rPr>
              <a:t>TensorFlow's</a:t>
            </a:r>
            <a:r>
              <a:rPr lang="en-IN" sz="1800" dirty="0">
                <a:solidFill>
                  <a:schemeClr val="tx1"/>
                </a:solidFill>
              </a:rPr>
              <a:t> `</a:t>
            </a:r>
            <a:r>
              <a:rPr lang="en-IN" sz="1800" dirty="0" err="1">
                <a:solidFill>
                  <a:schemeClr val="tx1"/>
                </a:solidFill>
              </a:rPr>
              <a:t>TextVectorization</a:t>
            </a:r>
            <a:r>
              <a:rPr lang="en-IN" sz="1800" dirty="0">
                <a:solidFill>
                  <a:schemeClr val="tx1"/>
                </a:solidFill>
              </a:rPr>
              <a:t>` for precise and efficient processing of large datasets. </a:t>
            </a:r>
            <a:endParaRPr lang="en-I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 </a:t>
            </a:r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- Provides a </a:t>
            </a:r>
            <a:r>
              <a:rPr lang="en-IN" sz="1800" dirty="0" err="1">
                <a:solidFill>
                  <a:schemeClr val="tx1"/>
                </a:solidFill>
              </a:rPr>
              <a:t>Gradio</a:t>
            </a:r>
            <a:r>
              <a:rPr lang="en-IN" sz="1800" dirty="0">
                <a:solidFill>
                  <a:schemeClr val="tx1"/>
                </a:solidFill>
              </a:rPr>
              <a:t>-based interactive interface for seamless real-time predictions, enhancing usability and deployment. 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6D20761-F1F2-8BF0-9550-1BDBBC18E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38387" y="222039"/>
            <a:ext cx="1225296" cy="1043432"/>
          </a:xfrm>
          <a:prstGeom prst="rect">
            <a:avLst/>
          </a:prstGeom>
        </p:spPr>
      </p:pic>
      <p:pic>
        <p:nvPicPr>
          <p:cNvPr id="4098" name="Picture 2" descr="C:\Users\ADMIN\Downloads\speech-bubb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853" y="2535381"/>
            <a:ext cx="2438740" cy="243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84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BC0263-D408-12C1-1BFD-4DDBF143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220306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</a:t>
            </a:r>
            <a:r>
              <a:rPr lang="en-IN" dirty="0" smtClean="0"/>
              <a:t>YOU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53323AD-C95E-89CB-D12B-1DE22B5A4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49" r="88271"/>
          <a:stretch/>
        </p:blipFill>
        <p:spPr>
          <a:xfrm>
            <a:off x="10752803" y="215938"/>
            <a:ext cx="1225296" cy="104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13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190</TotalTime>
  <Words>262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Executive</vt:lpstr>
      <vt:lpstr>Inappropriate Comments Scanner</vt:lpstr>
      <vt:lpstr>OBJECTIVE OF THE PROJECT</vt:lpstr>
      <vt:lpstr>OUTCOME OF THE PROJECT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Inappropriate Comments Scanner</dc:title>
  <dc:creator>NIKHITHA SURASANI</dc:creator>
  <cp:lastModifiedBy>ADMIN</cp:lastModifiedBy>
  <cp:revision>9</cp:revision>
  <dcterms:created xsi:type="dcterms:W3CDTF">2024-11-12T09:37:49Z</dcterms:created>
  <dcterms:modified xsi:type="dcterms:W3CDTF">2024-11-18T14:59:59Z</dcterms:modified>
</cp:coreProperties>
</file>