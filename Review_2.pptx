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1E78D0A-764D-4B49-9152-F8028C80F232}">
          <p14:sldIdLst>
            <p14:sldId id="256"/>
            <p14:sldId id="257"/>
            <p14:sldId id="258"/>
            <p14:sldId id="261"/>
            <p14:sldId id="262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F4E52-793D-420E-B4BB-6DF9D3456CAA}" v="9" dt="2024-11-12T09:42:05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1856" y="-4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THA SURASANI" userId="4c8395a8fd474a19" providerId="LiveId" clId="{723F4E52-793D-420E-B4BB-6DF9D3456CAA}"/>
    <pc:docChg chg="custSel modSld">
      <pc:chgData name="NIKHITHA SURASANI" userId="4c8395a8fd474a19" providerId="LiveId" clId="{723F4E52-793D-420E-B4BB-6DF9D3456CAA}" dt="2024-11-12T09:42:28.345" v="38" actId="1076"/>
      <pc:docMkLst>
        <pc:docMk/>
      </pc:docMkLst>
      <pc:sldChg chg="addSp delSp modSp mod">
        <pc:chgData name="NIKHITHA SURASANI" userId="4c8395a8fd474a19" providerId="LiveId" clId="{723F4E52-793D-420E-B4BB-6DF9D3456CAA}" dt="2024-11-12T09:42:28.345" v="38" actId="1076"/>
        <pc:sldMkLst>
          <pc:docMk/>
          <pc:sldMk cId="658502644" sldId="256"/>
        </pc:sldMkLst>
        <pc:spChg chg="mod">
          <ac:chgData name="NIKHITHA SURASANI" userId="4c8395a8fd474a19" providerId="LiveId" clId="{723F4E52-793D-420E-B4BB-6DF9D3456CAA}" dt="2024-11-12T09:42:24.054" v="37" actId="14100"/>
          <ac:spMkLst>
            <pc:docMk/>
            <pc:sldMk cId="658502644" sldId="256"/>
            <ac:spMk id="2" creationId="{99CD4D99-BEEB-9F7D-222B-587E127D8EDD}"/>
          </ac:spMkLst>
        </pc:spChg>
        <pc:spChg chg="mod">
          <ac:chgData name="NIKHITHA SURASANI" userId="4c8395a8fd474a19" providerId="LiveId" clId="{723F4E52-793D-420E-B4BB-6DF9D3456CAA}" dt="2024-11-12T09:42:28.345" v="38" actId="1076"/>
          <ac:spMkLst>
            <pc:docMk/>
            <pc:sldMk cId="658502644" sldId="256"/>
            <ac:spMk id="3" creationId="{910B9422-EA84-4C9F-9B62-8D4237749022}"/>
          </ac:spMkLst>
        </pc:spChg>
        <pc:picChg chg="add del mod modCrop">
          <ac:chgData name="NIKHITHA SURASANI" userId="4c8395a8fd474a19" providerId="LiveId" clId="{723F4E52-793D-420E-B4BB-6DF9D3456CAA}" dt="2024-11-12T09:40:39.383" v="28" actId="478"/>
          <ac:picMkLst>
            <pc:docMk/>
            <pc:sldMk cId="658502644" sldId="256"/>
            <ac:picMk id="7" creationId="{F8658CE5-9B28-10BB-D576-937152A50834}"/>
          </ac:picMkLst>
        </pc:picChg>
        <pc:picChg chg="add mod">
          <ac:chgData name="NIKHITHA SURASANI" userId="4c8395a8fd474a19" providerId="LiveId" clId="{723F4E52-793D-420E-B4BB-6DF9D3456CAA}" dt="2024-11-12T09:41:08.676" v="33" actId="14100"/>
          <ac:picMkLst>
            <pc:docMk/>
            <pc:sldMk cId="658502644" sldId="256"/>
            <ac:picMk id="8" creationId="{B37FFE08-1213-4350-76CF-5026491F4974}"/>
          </ac:picMkLst>
        </pc:picChg>
      </pc:sldChg>
      <pc:sldChg chg="addSp modSp mod">
        <pc:chgData name="NIKHITHA SURASANI" userId="4c8395a8fd474a19" providerId="LiveId" clId="{723F4E52-793D-420E-B4BB-6DF9D3456CAA}" dt="2024-11-12T09:39:55.387" v="15" actId="1076"/>
        <pc:sldMkLst>
          <pc:docMk/>
          <pc:sldMk cId="2983580117" sldId="257"/>
        </pc:sldMkLst>
        <pc:spChg chg="mod">
          <ac:chgData name="NIKHITHA SURASANI" userId="4c8395a8fd474a19" providerId="LiveId" clId="{723F4E52-793D-420E-B4BB-6DF9D3456CAA}" dt="2024-11-12T09:39:50.257" v="13" actId="1076"/>
          <ac:spMkLst>
            <pc:docMk/>
            <pc:sldMk cId="2983580117" sldId="257"/>
            <ac:spMk id="2" creationId="{4A924CC2-8141-E2F7-2510-92D782A297A1}"/>
          </ac:spMkLst>
        </pc:spChg>
        <pc:spChg chg="mod">
          <ac:chgData name="NIKHITHA SURASANI" userId="4c8395a8fd474a19" providerId="LiveId" clId="{723F4E52-793D-420E-B4BB-6DF9D3456CAA}" dt="2024-11-12T09:39:47.054" v="12" actId="1076"/>
          <ac:spMkLst>
            <pc:docMk/>
            <pc:sldMk cId="2983580117" sldId="257"/>
            <ac:spMk id="3" creationId="{81E7592B-A671-4F34-AA2E-C574C7048FAD}"/>
          </ac:spMkLst>
        </pc:spChg>
        <pc:picChg chg="add mod">
          <ac:chgData name="NIKHITHA SURASANI" userId="4c8395a8fd474a19" providerId="LiveId" clId="{723F4E52-793D-420E-B4BB-6DF9D3456CAA}" dt="2024-11-12T09:39:55.387" v="15" actId="1076"/>
          <ac:picMkLst>
            <pc:docMk/>
            <pc:sldMk cId="2983580117" sldId="257"/>
            <ac:picMk id="4" creationId="{DDF61FF2-83CE-C03D-A714-04CDE575575F}"/>
          </ac:picMkLst>
        </pc:picChg>
      </pc:sldChg>
      <pc:sldChg chg="addSp modSp mod">
        <pc:chgData name="NIKHITHA SURASANI" userId="4c8395a8fd474a19" providerId="LiveId" clId="{723F4E52-793D-420E-B4BB-6DF9D3456CAA}" dt="2024-11-12T09:40:12.666" v="20" actId="1076"/>
        <pc:sldMkLst>
          <pc:docMk/>
          <pc:sldMk cId="2163620283" sldId="258"/>
        </pc:sldMkLst>
        <pc:spChg chg="mod">
          <ac:chgData name="NIKHITHA SURASANI" userId="4c8395a8fd474a19" providerId="LiveId" clId="{723F4E52-793D-420E-B4BB-6DF9D3456CAA}" dt="2024-11-12T09:40:08.064" v="18" actId="1076"/>
          <ac:spMkLst>
            <pc:docMk/>
            <pc:sldMk cId="2163620283" sldId="258"/>
            <ac:spMk id="2" creationId="{1AD9DFCD-70D3-7355-F969-5408AC8253EC}"/>
          </ac:spMkLst>
        </pc:spChg>
        <pc:spChg chg="mod">
          <ac:chgData name="NIKHITHA SURASANI" userId="4c8395a8fd474a19" providerId="LiveId" clId="{723F4E52-793D-420E-B4BB-6DF9D3456CAA}" dt="2024-11-12T09:40:04.485" v="17" actId="1076"/>
          <ac:spMkLst>
            <pc:docMk/>
            <pc:sldMk cId="2163620283" sldId="258"/>
            <ac:spMk id="3" creationId="{D6F1F20B-FE72-2A4E-4975-5EF97403092D}"/>
          </ac:spMkLst>
        </pc:spChg>
        <pc:picChg chg="add mod">
          <ac:chgData name="NIKHITHA SURASANI" userId="4c8395a8fd474a19" providerId="LiveId" clId="{723F4E52-793D-420E-B4BB-6DF9D3456CAA}" dt="2024-11-12T09:40:12.666" v="20" actId="1076"/>
          <ac:picMkLst>
            <pc:docMk/>
            <pc:sldMk cId="2163620283" sldId="258"/>
            <ac:picMk id="4" creationId="{D655D00E-C44F-FA45-1DCB-C885E88292C9}"/>
          </ac:picMkLst>
        </pc:picChg>
      </pc:sldChg>
      <pc:sldChg chg="addSp modSp mod">
        <pc:chgData name="NIKHITHA SURASANI" userId="4c8395a8fd474a19" providerId="LiveId" clId="{723F4E52-793D-420E-B4BB-6DF9D3456CAA}" dt="2024-11-12T09:40:29.123" v="25" actId="1076"/>
        <pc:sldMkLst>
          <pc:docMk/>
          <pc:sldMk cId="3268846844" sldId="259"/>
        </pc:sldMkLst>
        <pc:spChg chg="mod">
          <ac:chgData name="NIKHITHA SURASANI" userId="4c8395a8fd474a19" providerId="LiveId" clId="{723F4E52-793D-420E-B4BB-6DF9D3456CAA}" dt="2024-11-12T09:40:24.623" v="23" actId="1076"/>
          <ac:spMkLst>
            <pc:docMk/>
            <pc:sldMk cId="3268846844" sldId="259"/>
            <ac:spMk id="2" creationId="{21288BF6-D96D-6948-2792-BB13F55A6225}"/>
          </ac:spMkLst>
        </pc:spChg>
        <pc:spChg chg="mod">
          <ac:chgData name="NIKHITHA SURASANI" userId="4c8395a8fd474a19" providerId="LiveId" clId="{723F4E52-793D-420E-B4BB-6DF9D3456CAA}" dt="2024-11-12T09:40:21.900" v="22" actId="1076"/>
          <ac:spMkLst>
            <pc:docMk/>
            <pc:sldMk cId="3268846844" sldId="259"/>
            <ac:spMk id="3" creationId="{9F6DCC88-A6DD-AF68-5C8B-2AA4476AEFFF}"/>
          </ac:spMkLst>
        </pc:spChg>
        <pc:picChg chg="add mod">
          <ac:chgData name="NIKHITHA SURASANI" userId="4c8395a8fd474a19" providerId="LiveId" clId="{723F4E52-793D-420E-B4BB-6DF9D3456CAA}" dt="2024-11-12T09:40:29.123" v="25" actId="1076"/>
          <ac:picMkLst>
            <pc:docMk/>
            <pc:sldMk cId="3268846844" sldId="259"/>
            <ac:picMk id="4" creationId="{A6D20761-F1F2-8BF0-9550-1BDBBC18E9B2}"/>
          </ac:picMkLst>
        </pc:picChg>
      </pc:sldChg>
      <pc:sldChg chg="addSp modSp mod">
        <pc:chgData name="NIKHITHA SURASANI" userId="4c8395a8fd474a19" providerId="LiveId" clId="{723F4E52-793D-420E-B4BB-6DF9D3456CAA}" dt="2024-11-12T09:40:35.470" v="27" actId="1076"/>
        <pc:sldMkLst>
          <pc:docMk/>
          <pc:sldMk cId="3038013225" sldId="260"/>
        </pc:sldMkLst>
        <pc:picChg chg="add mod">
          <ac:chgData name="NIKHITHA SURASANI" userId="4c8395a8fd474a19" providerId="LiveId" clId="{723F4E52-793D-420E-B4BB-6DF9D3456CAA}" dt="2024-11-12T09:40:35.470" v="27" actId="1076"/>
          <ac:picMkLst>
            <pc:docMk/>
            <pc:sldMk cId="3038013225" sldId="260"/>
            <ac:picMk id="4" creationId="{953323AD-C95E-89CB-D12B-1DE22B5A43F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5415783-A493-4E8E-90B4-34A7F9E579A9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CD4D99-BEEB-9F7D-222B-587E127D8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360" y="2606852"/>
            <a:ext cx="7243410" cy="846308"/>
          </a:xfrm>
        </p:spPr>
        <p:txBody>
          <a:bodyPr/>
          <a:lstStyle/>
          <a:p>
            <a:pPr algn="ctr"/>
            <a:r>
              <a:rPr lang="en-IN" sz="3600" dirty="0" smtClean="0"/>
              <a:t>Inappropriate Comments Scanner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10B9422-EA84-4C9F-9B62-8D4237749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9830" y="5062037"/>
            <a:ext cx="4747098" cy="786332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Mr. S. Ravi Teja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BDFB5E1-AAF4-7A66-609B-76DE1D498728}"/>
              </a:ext>
            </a:extLst>
          </p:cNvPr>
          <p:cNvSpPr txBox="1"/>
          <p:nvPr/>
        </p:nvSpPr>
        <p:spPr>
          <a:xfrm>
            <a:off x="871013" y="4600372"/>
            <a:ext cx="4926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Adithya</a:t>
            </a:r>
            <a:r>
              <a:rPr lang="en-IN" dirty="0" smtClean="0"/>
              <a:t> Singh (217Z1A6702)</a:t>
            </a:r>
            <a:br>
              <a:rPr lang="en-IN" dirty="0" smtClean="0"/>
            </a:br>
            <a:r>
              <a:rPr lang="en-IN" dirty="0" smtClean="0"/>
              <a:t>Ch. </a:t>
            </a:r>
            <a:r>
              <a:rPr lang="en-IN" dirty="0" err="1" smtClean="0"/>
              <a:t>Harini</a:t>
            </a:r>
            <a:r>
              <a:rPr lang="en-IN" dirty="0" smtClean="0"/>
              <a:t> Reddy (217Z1A6713)</a:t>
            </a:r>
          </a:p>
          <a:p>
            <a:r>
              <a:rPr lang="en-IN" dirty="0" smtClean="0"/>
              <a:t>N. </a:t>
            </a:r>
            <a:r>
              <a:rPr lang="en-IN" dirty="0" err="1" smtClean="0"/>
              <a:t>Hema</a:t>
            </a:r>
            <a:r>
              <a:rPr lang="en-IN" dirty="0" smtClean="0"/>
              <a:t> Narendra Reddy(217Z1A6702)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37FFE08-1213-4350-76CF-5026491F4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064" y="411162"/>
            <a:ext cx="8461248" cy="11930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5999" y="3268494"/>
            <a:ext cx="11997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1026" name="Picture 2" descr="Writing Inappropriate Icon: Over 11 Royalty-Free Licensable Stock  Illustrations &amp; Drawing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0" t="12365" r="12954" b="8977"/>
          <a:stretch/>
        </p:blipFill>
        <p:spPr bwMode="auto">
          <a:xfrm>
            <a:off x="8852170" y="2069639"/>
            <a:ext cx="2840478" cy="234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50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12">
            <a:extLst>
              <a:ext uri="{FF2B5EF4-FFF2-40B4-BE49-F238E27FC236}">
                <a16:creationId xmlns:a16="http://schemas.microsoft.com/office/drawing/2014/main" xmlns="" id="{BF74F608-5266-D43B-37D7-3D898BBA784F}"/>
              </a:ext>
            </a:extLst>
          </p:cNvPr>
          <p:cNvSpPr/>
          <p:nvPr/>
        </p:nvSpPr>
        <p:spPr>
          <a:xfrm>
            <a:off x="8926232" y="2280362"/>
            <a:ext cx="2441805" cy="2379465"/>
          </a:xfrm>
          <a:custGeom>
            <a:avLst/>
            <a:gdLst>
              <a:gd name="connsiteX0" fmla="*/ 0 w 2539115"/>
              <a:gd name="connsiteY0" fmla="*/ 0 h 2401993"/>
              <a:gd name="connsiteX1" fmla="*/ 1635701 w 2539115"/>
              <a:gd name="connsiteY1" fmla="*/ 0 h 2401993"/>
              <a:gd name="connsiteX2" fmla="*/ 2539115 w 2539115"/>
              <a:gd name="connsiteY2" fmla="*/ 1200997 h 2401993"/>
              <a:gd name="connsiteX3" fmla="*/ 1635701 w 2539115"/>
              <a:gd name="connsiteY3" fmla="*/ 2401993 h 2401993"/>
              <a:gd name="connsiteX4" fmla="*/ 0 w 2539115"/>
              <a:gd name="connsiteY4" fmla="*/ 2401993 h 2401993"/>
              <a:gd name="connsiteX5" fmla="*/ 0 w 2539115"/>
              <a:gd name="connsiteY5" fmla="*/ 2400486 h 2401993"/>
              <a:gd name="connsiteX6" fmla="*/ 902280 w 2539115"/>
              <a:gd name="connsiteY6" fmla="*/ 1200997 h 2401993"/>
              <a:gd name="connsiteX7" fmla="*/ 0 w 2539115"/>
              <a:gd name="connsiteY7" fmla="*/ 1508 h 2401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9115" h="2401993">
                <a:moveTo>
                  <a:pt x="0" y="0"/>
                </a:moveTo>
                <a:lnTo>
                  <a:pt x="1635701" y="0"/>
                </a:lnTo>
                <a:lnTo>
                  <a:pt x="2539115" y="1200997"/>
                </a:lnTo>
                <a:lnTo>
                  <a:pt x="1635701" y="2401993"/>
                </a:lnTo>
                <a:lnTo>
                  <a:pt x="0" y="2401993"/>
                </a:lnTo>
                <a:lnTo>
                  <a:pt x="0" y="2400486"/>
                </a:lnTo>
                <a:lnTo>
                  <a:pt x="902280" y="1200997"/>
                </a:lnTo>
                <a:lnTo>
                  <a:pt x="0" y="150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924CC2-8141-E2F7-2510-92D782A2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287" y="648716"/>
            <a:ext cx="9344277" cy="910948"/>
          </a:xfrm>
        </p:spPr>
        <p:txBody>
          <a:bodyPr/>
          <a:lstStyle/>
          <a:p>
            <a:r>
              <a:rPr lang="en-IN" sz="3600" dirty="0"/>
              <a:t>OBJECTIVE OF THE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DF61FF2-83CE-C03D-A714-04CDE5755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41151" y="279400"/>
            <a:ext cx="1225296" cy="104343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167317" y="1867711"/>
            <a:ext cx="9573834" cy="4313371"/>
            <a:chOff x="883641" y="1473200"/>
            <a:chExt cx="10135726" cy="4354208"/>
          </a:xfrm>
        </p:grpSpPr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xmlns="" id="{1C6C2F18-2A13-15E2-0024-9860FBA76AB5}"/>
                </a:ext>
              </a:extLst>
            </p:cNvPr>
            <p:cNvSpPr/>
            <p:nvPr/>
          </p:nvSpPr>
          <p:spPr>
            <a:xfrm>
              <a:off x="904240" y="1889760"/>
              <a:ext cx="2539117" cy="2401993"/>
            </a:xfrm>
            <a:prstGeom prst="homePlate">
              <a:avLst>
                <a:gd name="adj" fmla="val 37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xmlns="" id="{8766F962-4BE3-B097-4FB2-87C6A704D52F}"/>
                </a:ext>
              </a:extLst>
            </p:cNvPr>
            <p:cNvSpPr/>
            <p:nvPr/>
          </p:nvSpPr>
          <p:spPr>
            <a:xfrm>
              <a:off x="2961014" y="1889760"/>
              <a:ext cx="2539115" cy="2401993"/>
            </a:xfrm>
            <a:custGeom>
              <a:avLst/>
              <a:gdLst>
                <a:gd name="connsiteX0" fmla="*/ 0 w 2539115"/>
                <a:gd name="connsiteY0" fmla="*/ 0 h 2401993"/>
                <a:gd name="connsiteX1" fmla="*/ 1635701 w 2539115"/>
                <a:gd name="connsiteY1" fmla="*/ 0 h 2401993"/>
                <a:gd name="connsiteX2" fmla="*/ 2539115 w 2539115"/>
                <a:gd name="connsiteY2" fmla="*/ 1200997 h 2401993"/>
                <a:gd name="connsiteX3" fmla="*/ 1635701 w 2539115"/>
                <a:gd name="connsiteY3" fmla="*/ 2401993 h 2401993"/>
                <a:gd name="connsiteX4" fmla="*/ 0 w 2539115"/>
                <a:gd name="connsiteY4" fmla="*/ 2401993 h 2401993"/>
                <a:gd name="connsiteX5" fmla="*/ 0 w 2539115"/>
                <a:gd name="connsiteY5" fmla="*/ 2400486 h 2401993"/>
                <a:gd name="connsiteX6" fmla="*/ 902280 w 2539115"/>
                <a:gd name="connsiteY6" fmla="*/ 1200997 h 2401993"/>
                <a:gd name="connsiteX7" fmla="*/ 0 w 2539115"/>
                <a:gd name="connsiteY7" fmla="*/ 1508 h 240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9115" h="2401993">
                  <a:moveTo>
                    <a:pt x="0" y="0"/>
                  </a:moveTo>
                  <a:lnTo>
                    <a:pt x="1635701" y="0"/>
                  </a:lnTo>
                  <a:lnTo>
                    <a:pt x="2539115" y="1200997"/>
                  </a:lnTo>
                  <a:lnTo>
                    <a:pt x="1635701" y="2401993"/>
                  </a:lnTo>
                  <a:lnTo>
                    <a:pt x="0" y="2401993"/>
                  </a:lnTo>
                  <a:lnTo>
                    <a:pt x="0" y="2400486"/>
                  </a:lnTo>
                  <a:lnTo>
                    <a:pt x="902280" y="1200997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xmlns="" id="{33A4A489-F3FB-D34E-872F-75819F7D61EA}"/>
                </a:ext>
              </a:extLst>
            </p:cNvPr>
            <p:cNvSpPr/>
            <p:nvPr/>
          </p:nvSpPr>
          <p:spPr>
            <a:xfrm>
              <a:off x="5017789" y="1889760"/>
              <a:ext cx="2539115" cy="2401993"/>
            </a:xfrm>
            <a:custGeom>
              <a:avLst/>
              <a:gdLst>
                <a:gd name="connsiteX0" fmla="*/ 0 w 2539115"/>
                <a:gd name="connsiteY0" fmla="*/ 0 h 2401993"/>
                <a:gd name="connsiteX1" fmla="*/ 1635701 w 2539115"/>
                <a:gd name="connsiteY1" fmla="*/ 0 h 2401993"/>
                <a:gd name="connsiteX2" fmla="*/ 2539115 w 2539115"/>
                <a:gd name="connsiteY2" fmla="*/ 1200997 h 2401993"/>
                <a:gd name="connsiteX3" fmla="*/ 1635701 w 2539115"/>
                <a:gd name="connsiteY3" fmla="*/ 2401993 h 2401993"/>
                <a:gd name="connsiteX4" fmla="*/ 0 w 2539115"/>
                <a:gd name="connsiteY4" fmla="*/ 2401993 h 2401993"/>
                <a:gd name="connsiteX5" fmla="*/ 0 w 2539115"/>
                <a:gd name="connsiteY5" fmla="*/ 2400486 h 2401993"/>
                <a:gd name="connsiteX6" fmla="*/ 902280 w 2539115"/>
                <a:gd name="connsiteY6" fmla="*/ 1200997 h 2401993"/>
                <a:gd name="connsiteX7" fmla="*/ 0 w 2539115"/>
                <a:gd name="connsiteY7" fmla="*/ 1508 h 240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9115" h="2401993">
                  <a:moveTo>
                    <a:pt x="0" y="0"/>
                  </a:moveTo>
                  <a:lnTo>
                    <a:pt x="1635701" y="0"/>
                  </a:lnTo>
                  <a:lnTo>
                    <a:pt x="2539115" y="1200997"/>
                  </a:lnTo>
                  <a:lnTo>
                    <a:pt x="1635701" y="2401993"/>
                  </a:lnTo>
                  <a:lnTo>
                    <a:pt x="0" y="2401993"/>
                  </a:lnTo>
                  <a:lnTo>
                    <a:pt x="0" y="2400486"/>
                  </a:lnTo>
                  <a:lnTo>
                    <a:pt x="902280" y="1200997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xmlns="" id="{93CA4EDD-3B6A-4C1F-711D-4CC432FCBF41}"/>
                </a:ext>
              </a:extLst>
            </p:cNvPr>
            <p:cNvSpPr/>
            <p:nvPr/>
          </p:nvSpPr>
          <p:spPr>
            <a:xfrm>
              <a:off x="7074564" y="1889760"/>
              <a:ext cx="2539115" cy="2401993"/>
            </a:xfrm>
            <a:custGeom>
              <a:avLst/>
              <a:gdLst>
                <a:gd name="connsiteX0" fmla="*/ 0 w 2539115"/>
                <a:gd name="connsiteY0" fmla="*/ 0 h 2401993"/>
                <a:gd name="connsiteX1" fmla="*/ 1635701 w 2539115"/>
                <a:gd name="connsiteY1" fmla="*/ 0 h 2401993"/>
                <a:gd name="connsiteX2" fmla="*/ 2539115 w 2539115"/>
                <a:gd name="connsiteY2" fmla="*/ 1200997 h 2401993"/>
                <a:gd name="connsiteX3" fmla="*/ 1635701 w 2539115"/>
                <a:gd name="connsiteY3" fmla="*/ 2401993 h 2401993"/>
                <a:gd name="connsiteX4" fmla="*/ 0 w 2539115"/>
                <a:gd name="connsiteY4" fmla="*/ 2401993 h 2401993"/>
                <a:gd name="connsiteX5" fmla="*/ 0 w 2539115"/>
                <a:gd name="connsiteY5" fmla="*/ 2400486 h 2401993"/>
                <a:gd name="connsiteX6" fmla="*/ 902280 w 2539115"/>
                <a:gd name="connsiteY6" fmla="*/ 1200997 h 2401993"/>
                <a:gd name="connsiteX7" fmla="*/ 0 w 2539115"/>
                <a:gd name="connsiteY7" fmla="*/ 1508 h 240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9115" h="2401993">
                  <a:moveTo>
                    <a:pt x="0" y="0"/>
                  </a:moveTo>
                  <a:lnTo>
                    <a:pt x="1635701" y="0"/>
                  </a:lnTo>
                  <a:lnTo>
                    <a:pt x="2539115" y="1200997"/>
                  </a:lnTo>
                  <a:lnTo>
                    <a:pt x="1635701" y="2401993"/>
                  </a:lnTo>
                  <a:lnTo>
                    <a:pt x="0" y="2401993"/>
                  </a:lnTo>
                  <a:lnTo>
                    <a:pt x="0" y="2400486"/>
                  </a:lnTo>
                  <a:lnTo>
                    <a:pt x="902280" y="1200997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2">
              <a:extLst>
                <a:ext uri="{FF2B5EF4-FFF2-40B4-BE49-F238E27FC236}">
                  <a16:creationId xmlns:a16="http://schemas.microsoft.com/office/drawing/2014/main" xmlns="" id="{C07DFB40-4703-FFF3-C993-76983AB283D0}"/>
                </a:ext>
              </a:extLst>
            </p:cNvPr>
            <p:cNvSpPr/>
            <p:nvPr/>
          </p:nvSpPr>
          <p:spPr>
            <a:xfrm>
              <a:off x="2650742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02</a:t>
              </a:r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xmlns="" id="{C19C0EF2-84C6-6D14-C2FC-0AD331BBDFDF}"/>
                </a:ext>
              </a:extLst>
            </p:cNvPr>
            <p:cNvSpPr/>
            <p:nvPr/>
          </p:nvSpPr>
          <p:spPr>
            <a:xfrm>
              <a:off x="4706160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03</a:t>
              </a: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xmlns="" id="{5B84DC26-3998-7AFD-5564-4879559F55C5}"/>
                </a:ext>
              </a:extLst>
            </p:cNvPr>
            <p:cNvSpPr/>
            <p:nvPr/>
          </p:nvSpPr>
          <p:spPr>
            <a:xfrm>
              <a:off x="6761578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2"/>
                  </a:solidFill>
                </a:rPr>
                <a:t>04</a:t>
              </a:r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xmlns="" id="{0D2FE9B7-9BEA-98CA-A119-0244FA5D7707}"/>
                </a:ext>
              </a:extLst>
            </p:cNvPr>
            <p:cNvSpPr/>
            <p:nvPr/>
          </p:nvSpPr>
          <p:spPr>
            <a:xfrm>
              <a:off x="8816996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05</a:t>
              </a:r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9F5E0117-9967-C013-51DE-F2385028568D}"/>
                </a:ext>
              </a:extLst>
            </p:cNvPr>
            <p:cNvSpPr/>
            <p:nvPr/>
          </p:nvSpPr>
          <p:spPr>
            <a:xfrm>
              <a:off x="904241" y="1473200"/>
              <a:ext cx="1632395" cy="416560"/>
            </a:xfrm>
            <a:custGeom>
              <a:avLst/>
              <a:gdLst>
                <a:gd name="connsiteX0" fmla="*/ 0 w 1632395"/>
                <a:gd name="connsiteY0" fmla="*/ 0 h 416560"/>
                <a:gd name="connsiteX1" fmla="*/ 1319050 w 1632395"/>
                <a:gd name="connsiteY1" fmla="*/ 0 h 416560"/>
                <a:gd name="connsiteX2" fmla="*/ 1632395 w 1632395"/>
                <a:gd name="connsiteY2" fmla="*/ 416560 h 416560"/>
                <a:gd name="connsiteX3" fmla="*/ 0 w 1632395"/>
                <a:gd name="connsiteY3" fmla="*/ 416560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2395" h="416560">
                  <a:moveTo>
                    <a:pt x="0" y="0"/>
                  </a:moveTo>
                  <a:lnTo>
                    <a:pt x="1319050" y="0"/>
                  </a:lnTo>
                  <a:lnTo>
                    <a:pt x="1632395" y="416560"/>
                  </a:lnTo>
                  <a:lnTo>
                    <a:pt x="0" y="41656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2"/>
                  </a:solidFill>
                </a:rPr>
                <a:t>01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1AC351DA-C934-CFB8-201F-2629E819953C}"/>
                </a:ext>
              </a:extLst>
            </p:cNvPr>
            <p:cNvGrpSpPr/>
            <p:nvPr/>
          </p:nvGrpSpPr>
          <p:grpSpPr>
            <a:xfrm>
              <a:off x="2961014" y="4392974"/>
              <a:ext cx="1638774" cy="1434434"/>
              <a:chOff x="8921977" y="1175641"/>
              <a:chExt cx="2926080" cy="143443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766E1656-406F-9F80-B39F-3CE1AF3B9E57}"/>
                  </a:ext>
                </a:extLst>
              </p:cNvPr>
              <p:cNvSpPr txBox="1"/>
              <p:nvPr/>
            </p:nvSpPr>
            <p:spPr>
              <a:xfrm>
                <a:off x="8921977" y="1175641"/>
                <a:ext cx="2926080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Model Architecture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BEF577DF-81C5-7E32-BF75-DF4DB2CBD921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908769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Uses simple LSTM or sequential models without advanced architecture or deeper layers. 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D7FFA26C-9954-3096-D2AC-02E92B5A9EF1}"/>
                </a:ext>
              </a:extLst>
            </p:cNvPr>
            <p:cNvGrpSpPr/>
            <p:nvPr/>
          </p:nvGrpSpPr>
          <p:grpSpPr>
            <a:xfrm>
              <a:off x="5017789" y="4392974"/>
              <a:ext cx="1638774" cy="1271322"/>
              <a:chOff x="8921977" y="1175641"/>
              <a:chExt cx="2926080" cy="127132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7A48EDB6-BECD-7EAF-DAB8-1B8DA5F386C4}"/>
                  </a:ext>
                </a:extLst>
              </p:cNvPr>
              <p:cNvSpPr txBox="1"/>
              <p:nvPr/>
            </p:nvSpPr>
            <p:spPr>
              <a:xfrm>
                <a:off x="8921977" y="1175641"/>
                <a:ext cx="2926080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Data Handling and Efficiency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B2787A79-00AE-A697-AC16-4A3CA2689AB8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Data loading and training may be less efficient with minimal optimizations for large datasets. 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0011CA34-0E74-5BBA-EE3A-E08C45E533FF}"/>
                </a:ext>
              </a:extLst>
            </p:cNvPr>
            <p:cNvGrpSpPr/>
            <p:nvPr/>
          </p:nvGrpSpPr>
          <p:grpSpPr>
            <a:xfrm>
              <a:off x="7071850" y="4392974"/>
              <a:ext cx="1638774" cy="1271322"/>
              <a:chOff x="8921977" y="1175641"/>
              <a:chExt cx="2926080" cy="127132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8F603B1C-0C71-2644-BC5E-C66F2D3E152D}"/>
                  </a:ext>
                </a:extLst>
              </p:cNvPr>
              <p:cNvSpPr txBox="1"/>
              <p:nvPr/>
            </p:nvSpPr>
            <p:spPr>
              <a:xfrm>
                <a:off x="8921977" y="1175641"/>
                <a:ext cx="2926080" cy="310691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Evaluation Metrics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D9C05E26-B6FF-456F-B79F-126A81CA9E87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Relies on basic accuracy metrics, which are not ideal for multi-label classification. 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52DC6BA9-42ED-EF3D-0D89-A5BEFF8FF9AC}"/>
                </a:ext>
              </a:extLst>
            </p:cNvPr>
            <p:cNvGrpSpPr/>
            <p:nvPr/>
          </p:nvGrpSpPr>
          <p:grpSpPr>
            <a:xfrm>
              <a:off x="8957729" y="4392974"/>
              <a:ext cx="2061638" cy="1271322"/>
              <a:chOff x="8611994" y="1175641"/>
              <a:chExt cx="3681117" cy="12713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87D10D29-E779-797D-8BF2-2A2077A756B8}"/>
                  </a:ext>
                </a:extLst>
              </p:cNvPr>
              <p:cNvSpPr txBox="1"/>
              <p:nvPr/>
            </p:nvSpPr>
            <p:spPr>
              <a:xfrm>
                <a:off x="8611994" y="1175641"/>
                <a:ext cx="3681117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Model Deployment and Prediction Interface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3639C161-B5C7-6750-2369-4E3ADEE22F7C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 predictions are likely evaluated through basic scripts or batch processes.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09273B2E-C68E-F497-4F5A-4D41AE1D27FD}"/>
                </a:ext>
              </a:extLst>
            </p:cNvPr>
            <p:cNvGrpSpPr/>
            <p:nvPr/>
          </p:nvGrpSpPr>
          <p:grpSpPr>
            <a:xfrm>
              <a:off x="883641" y="4390465"/>
              <a:ext cx="1767100" cy="1273831"/>
              <a:chOff x="8885199" y="1173132"/>
              <a:chExt cx="3155210" cy="127383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5FD9D251-483E-865F-85F3-1481897403AA}"/>
                  </a:ext>
                </a:extLst>
              </p:cNvPr>
              <p:cNvSpPr txBox="1"/>
              <p:nvPr/>
            </p:nvSpPr>
            <p:spPr>
              <a:xfrm>
                <a:off x="8885199" y="1173132"/>
                <a:ext cx="3155210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Data Preprocessing and Vectorization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0A4E27CF-0AB0-E573-882C-2F9773BB8F1A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Basic text vectorization is used, possibly lacking efficient handling of large datasets.</a:t>
                </a:r>
              </a:p>
            </p:txBody>
          </p:sp>
        </p:grp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504" y="2924903"/>
            <a:ext cx="903284" cy="903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77" y="2995882"/>
            <a:ext cx="822802" cy="822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201" y="2946658"/>
            <a:ext cx="885669" cy="88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353" y="2961469"/>
            <a:ext cx="913434" cy="913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657" y="2954076"/>
            <a:ext cx="958190" cy="95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358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D9DFCD-70D3-7355-F969-5408AC82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50" y="347926"/>
            <a:ext cx="10686481" cy="711307"/>
          </a:xfrm>
        </p:spPr>
        <p:txBody>
          <a:bodyPr/>
          <a:lstStyle/>
          <a:p>
            <a:r>
              <a:rPr lang="en-IN" sz="3600" dirty="0"/>
              <a:t>OUTCOME OF THE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655D00E-C44F-FA45-1DCB-C885E8829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32569" y="209574"/>
            <a:ext cx="1225296" cy="1043432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86205" y="1100067"/>
            <a:ext cx="10629785" cy="4787022"/>
            <a:chOff x="405538" y="737565"/>
            <a:chExt cx="11380924" cy="5129707"/>
          </a:xfrm>
        </p:grpSpPr>
        <p:sp>
          <p:nvSpPr>
            <p:cNvPr id="7" name="Freeform: Shape 113">
              <a:extLst>
                <a:ext uri="{FF2B5EF4-FFF2-40B4-BE49-F238E27FC236}">
                  <a16:creationId xmlns:a16="http://schemas.microsoft.com/office/drawing/2014/main" xmlns="" id="{5C2F0FF0-E07E-4955-835E-7F4AA43818A1}"/>
                </a:ext>
              </a:extLst>
            </p:cNvPr>
            <p:cNvSpPr/>
            <p:nvPr/>
          </p:nvSpPr>
          <p:spPr>
            <a:xfrm>
              <a:off x="9116938" y="2130171"/>
              <a:ext cx="2669524" cy="1841944"/>
            </a:xfrm>
            <a:custGeom>
              <a:avLst/>
              <a:gdLst>
                <a:gd name="connsiteX0" fmla="*/ 1179331 w 2669524"/>
                <a:gd name="connsiteY0" fmla="*/ 0 h 1841944"/>
                <a:gd name="connsiteX1" fmla="*/ 1184648 w 2669524"/>
                <a:gd name="connsiteY1" fmla="*/ 0 h 1841944"/>
                <a:gd name="connsiteX2" fmla="*/ 1372637 w 2669524"/>
                <a:gd name="connsiteY2" fmla="*/ 0 h 1841944"/>
                <a:gd name="connsiteX3" fmla="*/ 2064804 w 2669524"/>
                <a:gd name="connsiteY3" fmla="*/ 58092 h 1841944"/>
                <a:gd name="connsiteX4" fmla="*/ 2494425 w 2669524"/>
                <a:gd name="connsiteY4" fmla="*/ 487392 h 1841944"/>
                <a:gd name="connsiteX5" fmla="*/ 2552204 w 2669524"/>
                <a:gd name="connsiteY5" fmla="*/ 1184975 h 1841944"/>
                <a:gd name="connsiteX6" fmla="*/ 2552204 w 2669524"/>
                <a:gd name="connsiteY6" fmla="*/ 1237968 h 1841944"/>
                <a:gd name="connsiteX7" fmla="*/ 2669524 w 2669524"/>
                <a:gd name="connsiteY7" fmla="*/ 1237968 h 1841944"/>
                <a:gd name="connsiteX8" fmla="*/ 2367536 w 2669524"/>
                <a:gd name="connsiteY8" fmla="*/ 1841944 h 1841944"/>
                <a:gd name="connsiteX9" fmla="*/ 2065548 w 2669524"/>
                <a:gd name="connsiteY9" fmla="*/ 1237968 h 1841944"/>
                <a:gd name="connsiteX10" fmla="*/ 2177408 w 2669524"/>
                <a:gd name="connsiteY10" fmla="*/ 1237968 h 1841944"/>
                <a:gd name="connsiteX11" fmla="*/ 2177408 w 2669524"/>
                <a:gd name="connsiteY11" fmla="*/ 1018051 h 1841944"/>
                <a:gd name="connsiteX12" fmla="*/ 2145978 w 2669524"/>
                <a:gd name="connsiteY12" fmla="*/ 639551 h 1841944"/>
                <a:gd name="connsiteX13" fmla="*/ 1912971 w 2669524"/>
                <a:gd name="connsiteY13" fmla="*/ 406220 h 1841944"/>
                <a:gd name="connsiteX14" fmla="*/ 1537112 w 2669524"/>
                <a:gd name="connsiteY14" fmla="*/ 375005 h 1841944"/>
                <a:gd name="connsiteX15" fmla="*/ 1017810 w 2669524"/>
                <a:gd name="connsiteY15" fmla="*/ 375005 h 1841944"/>
                <a:gd name="connsiteX16" fmla="*/ 1015092 w 2669524"/>
                <a:gd name="connsiteY16" fmla="*/ 375005 h 1841944"/>
                <a:gd name="connsiteX17" fmla="*/ 639233 w 2669524"/>
                <a:gd name="connsiteY17" fmla="*/ 406220 h 1841944"/>
                <a:gd name="connsiteX18" fmla="*/ 406226 w 2669524"/>
                <a:gd name="connsiteY18" fmla="*/ 639551 h 1841944"/>
                <a:gd name="connsiteX19" fmla="*/ 374796 w 2669524"/>
                <a:gd name="connsiteY19" fmla="*/ 1015340 h 1841944"/>
                <a:gd name="connsiteX20" fmla="*/ 374796 w 2669524"/>
                <a:gd name="connsiteY20" fmla="*/ 1228395 h 1841944"/>
                <a:gd name="connsiteX21" fmla="*/ 184378 w 2669524"/>
                <a:gd name="connsiteY21" fmla="*/ 847559 h 1841944"/>
                <a:gd name="connsiteX22" fmla="*/ 0 w 2669524"/>
                <a:gd name="connsiteY22" fmla="*/ 1216315 h 1841944"/>
                <a:gd name="connsiteX23" fmla="*/ 0 w 2669524"/>
                <a:gd name="connsiteY23" fmla="*/ 1179611 h 1841944"/>
                <a:gd name="connsiteX24" fmla="*/ 57779 w 2669524"/>
                <a:gd name="connsiteY24" fmla="*/ 487392 h 1841944"/>
                <a:gd name="connsiteX25" fmla="*/ 487164 w 2669524"/>
                <a:gd name="connsiteY25" fmla="*/ 58092 h 1841944"/>
                <a:gd name="connsiteX26" fmla="*/ 1179331 w 2669524"/>
                <a:gd name="connsiteY26" fmla="*/ 0 h 184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9524" h="1841944">
                  <a:moveTo>
                    <a:pt x="1179331" y="0"/>
                  </a:moveTo>
                  <a:lnTo>
                    <a:pt x="1184648" y="0"/>
                  </a:lnTo>
                  <a:lnTo>
                    <a:pt x="1372637" y="0"/>
                  </a:lnTo>
                  <a:cubicBezTo>
                    <a:pt x="1710804" y="0"/>
                    <a:pt x="1882487" y="241"/>
                    <a:pt x="2064804" y="58092"/>
                  </a:cubicBezTo>
                  <a:cubicBezTo>
                    <a:pt x="2264372" y="130706"/>
                    <a:pt x="2421758" y="287807"/>
                    <a:pt x="2494425" y="487392"/>
                  </a:cubicBezTo>
                  <a:cubicBezTo>
                    <a:pt x="2552204" y="669742"/>
                    <a:pt x="2552204" y="841547"/>
                    <a:pt x="2552204" y="1184975"/>
                  </a:cubicBezTo>
                  <a:lnTo>
                    <a:pt x="2552204" y="1237968"/>
                  </a:lnTo>
                  <a:lnTo>
                    <a:pt x="2669524" y="1237968"/>
                  </a:lnTo>
                  <a:lnTo>
                    <a:pt x="2367536" y="1841944"/>
                  </a:lnTo>
                  <a:lnTo>
                    <a:pt x="2065548" y="1237968"/>
                  </a:lnTo>
                  <a:lnTo>
                    <a:pt x="2177408" y="1237968"/>
                  </a:lnTo>
                  <a:lnTo>
                    <a:pt x="2177408" y="1018051"/>
                  </a:lnTo>
                  <a:cubicBezTo>
                    <a:pt x="2177408" y="831603"/>
                    <a:pt x="2177408" y="738560"/>
                    <a:pt x="2145978" y="639551"/>
                  </a:cubicBezTo>
                  <a:cubicBezTo>
                    <a:pt x="2106514" y="531202"/>
                    <a:pt x="2021322" y="445631"/>
                    <a:pt x="1912971" y="406220"/>
                  </a:cubicBezTo>
                  <a:cubicBezTo>
                    <a:pt x="1813955" y="374824"/>
                    <a:pt x="1720729" y="375005"/>
                    <a:pt x="1537112" y="375005"/>
                  </a:cubicBezTo>
                  <a:lnTo>
                    <a:pt x="1017810" y="375005"/>
                  </a:lnTo>
                  <a:lnTo>
                    <a:pt x="1015092" y="375005"/>
                  </a:lnTo>
                  <a:cubicBezTo>
                    <a:pt x="830648" y="375005"/>
                    <a:pt x="737776" y="375005"/>
                    <a:pt x="639233" y="406220"/>
                  </a:cubicBezTo>
                  <a:cubicBezTo>
                    <a:pt x="530882" y="445631"/>
                    <a:pt x="445690" y="531142"/>
                    <a:pt x="406226" y="639551"/>
                  </a:cubicBezTo>
                  <a:cubicBezTo>
                    <a:pt x="374796" y="738560"/>
                    <a:pt x="374796" y="831724"/>
                    <a:pt x="374796" y="1015340"/>
                  </a:cubicBezTo>
                  <a:lnTo>
                    <a:pt x="374796" y="1228395"/>
                  </a:lnTo>
                  <a:lnTo>
                    <a:pt x="184378" y="847559"/>
                  </a:lnTo>
                  <a:lnTo>
                    <a:pt x="0" y="1216315"/>
                  </a:lnTo>
                  <a:lnTo>
                    <a:pt x="0" y="1179611"/>
                  </a:lnTo>
                  <a:cubicBezTo>
                    <a:pt x="0" y="841426"/>
                    <a:pt x="0" y="669742"/>
                    <a:pt x="57779" y="487392"/>
                  </a:cubicBezTo>
                  <a:cubicBezTo>
                    <a:pt x="130446" y="287807"/>
                    <a:pt x="287477" y="130706"/>
                    <a:pt x="487164" y="58092"/>
                  </a:cubicBezTo>
                  <a:cubicBezTo>
                    <a:pt x="668418" y="603"/>
                    <a:pt x="839982" y="0"/>
                    <a:pt x="1179331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/>
            </a:p>
          </p:txBody>
        </p:sp>
        <p:sp>
          <p:nvSpPr>
            <p:cNvPr id="8" name="Freeform: Shape 108">
              <a:extLst>
                <a:ext uri="{FF2B5EF4-FFF2-40B4-BE49-F238E27FC236}">
                  <a16:creationId xmlns:a16="http://schemas.microsoft.com/office/drawing/2014/main" xmlns="" id="{80FE0DB4-77D3-4A93-B56B-FFEE2F683B17}"/>
                </a:ext>
              </a:extLst>
            </p:cNvPr>
            <p:cNvSpPr/>
            <p:nvPr/>
          </p:nvSpPr>
          <p:spPr>
            <a:xfrm rot="10800000">
              <a:off x="405538" y="2130171"/>
              <a:ext cx="2670899" cy="1841944"/>
            </a:xfrm>
            <a:custGeom>
              <a:avLst/>
              <a:gdLst>
                <a:gd name="connsiteX0" fmla="*/ 1491568 w 2670899"/>
                <a:gd name="connsiteY0" fmla="*/ 1841944 h 1841944"/>
                <a:gd name="connsiteX1" fmla="*/ 1486251 w 2670899"/>
                <a:gd name="connsiteY1" fmla="*/ 1841944 h 1841944"/>
                <a:gd name="connsiteX2" fmla="*/ 1298262 w 2670899"/>
                <a:gd name="connsiteY2" fmla="*/ 1841944 h 1841944"/>
                <a:gd name="connsiteX3" fmla="*/ 606095 w 2670899"/>
                <a:gd name="connsiteY3" fmla="*/ 1783852 h 1841944"/>
                <a:gd name="connsiteX4" fmla="*/ 176474 w 2670899"/>
                <a:gd name="connsiteY4" fmla="*/ 1354552 h 1841944"/>
                <a:gd name="connsiteX5" fmla="*/ 118695 w 2670899"/>
                <a:gd name="connsiteY5" fmla="*/ 656970 h 1841944"/>
                <a:gd name="connsiteX6" fmla="*/ 118695 w 2670899"/>
                <a:gd name="connsiteY6" fmla="*/ 603976 h 1841944"/>
                <a:gd name="connsiteX7" fmla="*/ 0 w 2670899"/>
                <a:gd name="connsiteY7" fmla="*/ 603976 h 1841944"/>
                <a:gd name="connsiteX8" fmla="*/ 301988 w 2670899"/>
                <a:gd name="connsiteY8" fmla="*/ 0 h 1841944"/>
                <a:gd name="connsiteX9" fmla="*/ 603976 w 2670899"/>
                <a:gd name="connsiteY9" fmla="*/ 603976 h 1841944"/>
                <a:gd name="connsiteX10" fmla="*/ 493491 w 2670899"/>
                <a:gd name="connsiteY10" fmla="*/ 603976 h 1841944"/>
                <a:gd name="connsiteX11" fmla="*/ 493491 w 2670899"/>
                <a:gd name="connsiteY11" fmla="*/ 823893 h 1841944"/>
                <a:gd name="connsiteX12" fmla="*/ 524921 w 2670899"/>
                <a:gd name="connsiteY12" fmla="*/ 1202393 h 1841944"/>
                <a:gd name="connsiteX13" fmla="*/ 757928 w 2670899"/>
                <a:gd name="connsiteY13" fmla="*/ 1435724 h 1841944"/>
                <a:gd name="connsiteX14" fmla="*/ 1133787 w 2670899"/>
                <a:gd name="connsiteY14" fmla="*/ 1466939 h 1841944"/>
                <a:gd name="connsiteX15" fmla="*/ 1653089 w 2670899"/>
                <a:gd name="connsiteY15" fmla="*/ 1466939 h 1841944"/>
                <a:gd name="connsiteX16" fmla="*/ 1655807 w 2670899"/>
                <a:gd name="connsiteY16" fmla="*/ 1466939 h 1841944"/>
                <a:gd name="connsiteX17" fmla="*/ 2031666 w 2670899"/>
                <a:gd name="connsiteY17" fmla="*/ 1435724 h 1841944"/>
                <a:gd name="connsiteX18" fmla="*/ 2264673 w 2670899"/>
                <a:gd name="connsiteY18" fmla="*/ 1202393 h 1841944"/>
                <a:gd name="connsiteX19" fmla="*/ 2296103 w 2670899"/>
                <a:gd name="connsiteY19" fmla="*/ 826605 h 1841944"/>
                <a:gd name="connsiteX20" fmla="*/ 2296103 w 2670899"/>
                <a:gd name="connsiteY20" fmla="*/ 540304 h 1841944"/>
                <a:gd name="connsiteX21" fmla="*/ 2670899 w 2670899"/>
                <a:gd name="connsiteY21" fmla="*/ 540304 h 1841944"/>
                <a:gd name="connsiteX22" fmla="*/ 2670899 w 2670899"/>
                <a:gd name="connsiteY22" fmla="*/ 662333 h 1841944"/>
                <a:gd name="connsiteX23" fmla="*/ 2613120 w 2670899"/>
                <a:gd name="connsiteY23" fmla="*/ 1354552 h 1841944"/>
                <a:gd name="connsiteX24" fmla="*/ 2183735 w 2670899"/>
                <a:gd name="connsiteY24" fmla="*/ 1783852 h 1841944"/>
                <a:gd name="connsiteX25" fmla="*/ 1491568 w 2670899"/>
                <a:gd name="connsiteY25" fmla="*/ 1841944 h 184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70899" h="1841944">
                  <a:moveTo>
                    <a:pt x="1491568" y="1841944"/>
                  </a:moveTo>
                  <a:lnTo>
                    <a:pt x="1486251" y="1841944"/>
                  </a:lnTo>
                  <a:lnTo>
                    <a:pt x="1298262" y="1841944"/>
                  </a:lnTo>
                  <a:cubicBezTo>
                    <a:pt x="960095" y="1841944"/>
                    <a:pt x="788412" y="1841703"/>
                    <a:pt x="606095" y="1783852"/>
                  </a:cubicBezTo>
                  <a:cubicBezTo>
                    <a:pt x="406527" y="1711238"/>
                    <a:pt x="249141" y="1554137"/>
                    <a:pt x="176474" y="1354552"/>
                  </a:cubicBezTo>
                  <a:cubicBezTo>
                    <a:pt x="118695" y="1172202"/>
                    <a:pt x="118695" y="1000398"/>
                    <a:pt x="118695" y="656970"/>
                  </a:cubicBezTo>
                  <a:lnTo>
                    <a:pt x="118695" y="603976"/>
                  </a:lnTo>
                  <a:lnTo>
                    <a:pt x="0" y="603976"/>
                  </a:lnTo>
                  <a:lnTo>
                    <a:pt x="301988" y="0"/>
                  </a:lnTo>
                  <a:lnTo>
                    <a:pt x="603976" y="603976"/>
                  </a:lnTo>
                  <a:lnTo>
                    <a:pt x="493491" y="603976"/>
                  </a:lnTo>
                  <a:lnTo>
                    <a:pt x="493491" y="823893"/>
                  </a:lnTo>
                  <a:cubicBezTo>
                    <a:pt x="493491" y="1010341"/>
                    <a:pt x="493491" y="1103384"/>
                    <a:pt x="524921" y="1202393"/>
                  </a:cubicBezTo>
                  <a:cubicBezTo>
                    <a:pt x="564386" y="1310742"/>
                    <a:pt x="649577" y="1396313"/>
                    <a:pt x="757928" y="1435724"/>
                  </a:cubicBezTo>
                  <a:cubicBezTo>
                    <a:pt x="856944" y="1467120"/>
                    <a:pt x="950170" y="1466939"/>
                    <a:pt x="1133787" y="1466939"/>
                  </a:cubicBezTo>
                  <a:lnTo>
                    <a:pt x="1653089" y="1466939"/>
                  </a:lnTo>
                  <a:lnTo>
                    <a:pt x="1655807" y="1466939"/>
                  </a:lnTo>
                  <a:cubicBezTo>
                    <a:pt x="1840251" y="1466939"/>
                    <a:pt x="1933123" y="1466939"/>
                    <a:pt x="2031666" y="1435724"/>
                  </a:cubicBezTo>
                  <a:cubicBezTo>
                    <a:pt x="2140017" y="1396313"/>
                    <a:pt x="2225209" y="1310803"/>
                    <a:pt x="2264673" y="1202393"/>
                  </a:cubicBezTo>
                  <a:cubicBezTo>
                    <a:pt x="2296103" y="1103384"/>
                    <a:pt x="2296103" y="1010220"/>
                    <a:pt x="2296103" y="826605"/>
                  </a:cubicBezTo>
                  <a:lnTo>
                    <a:pt x="2296103" y="540304"/>
                  </a:lnTo>
                  <a:lnTo>
                    <a:pt x="2670899" y="540304"/>
                  </a:lnTo>
                  <a:lnTo>
                    <a:pt x="2670899" y="662333"/>
                  </a:lnTo>
                  <a:cubicBezTo>
                    <a:pt x="2670899" y="1000518"/>
                    <a:pt x="2670899" y="1172202"/>
                    <a:pt x="2613120" y="1354552"/>
                  </a:cubicBezTo>
                  <a:cubicBezTo>
                    <a:pt x="2540453" y="1554137"/>
                    <a:pt x="2383422" y="1711238"/>
                    <a:pt x="2183735" y="1783852"/>
                  </a:cubicBezTo>
                  <a:cubicBezTo>
                    <a:pt x="2002481" y="1841342"/>
                    <a:pt x="1830917" y="1841944"/>
                    <a:pt x="1491568" y="184194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/>
            </a:p>
          </p:txBody>
        </p:sp>
        <p:sp>
          <p:nvSpPr>
            <p:cNvPr id="9" name="Freeform: Shape 110">
              <a:extLst>
                <a:ext uri="{FF2B5EF4-FFF2-40B4-BE49-F238E27FC236}">
                  <a16:creationId xmlns:a16="http://schemas.microsoft.com/office/drawing/2014/main" xmlns="" id="{F261BA56-7F89-4B24-9B8A-DF1BE63FE431}"/>
                </a:ext>
              </a:extLst>
            </p:cNvPr>
            <p:cNvSpPr/>
            <p:nvPr/>
          </p:nvSpPr>
          <p:spPr>
            <a:xfrm rot="10800000">
              <a:off x="2584371" y="2977730"/>
              <a:ext cx="2667687" cy="1750099"/>
            </a:xfrm>
            <a:custGeom>
              <a:avLst/>
              <a:gdLst>
                <a:gd name="connsiteX0" fmla="*/ 301988 w 2667687"/>
                <a:gd name="connsiteY0" fmla="*/ 1750099 h 1750099"/>
                <a:gd name="connsiteX1" fmla="*/ 0 w 2667687"/>
                <a:gd name="connsiteY1" fmla="*/ 1146123 h 1750099"/>
                <a:gd name="connsiteX2" fmla="*/ 115560 w 2667687"/>
                <a:gd name="connsiteY2" fmla="*/ 1146123 h 1750099"/>
                <a:gd name="connsiteX3" fmla="*/ 115642 w 2667687"/>
                <a:gd name="connsiteY3" fmla="*/ 1060251 h 1750099"/>
                <a:gd name="connsiteX4" fmla="*/ 173308 w 2667687"/>
                <a:gd name="connsiteY4" fmla="*/ 487392 h 1750099"/>
                <a:gd name="connsiteX5" fmla="*/ 602693 w 2667687"/>
                <a:gd name="connsiteY5" fmla="*/ 58092 h 1750099"/>
                <a:gd name="connsiteX6" fmla="*/ 1294860 w 2667687"/>
                <a:gd name="connsiteY6" fmla="*/ 0 h 1750099"/>
                <a:gd name="connsiteX7" fmla="*/ 1300177 w 2667687"/>
                <a:gd name="connsiteY7" fmla="*/ 0 h 1750099"/>
                <a:gd name="connsiteX8" fmla="*/ 1488166 w 2667687"/>
                <a:gd name="connsiteY8" fmla="*/ 0 h 1750099"/>
                <a:gd name="connsiteX9" fmla="*/ 2180333 w 2667687"/>
                <a:gd name="connsiteY9" fmla="*/ 58092 h 1750099"/>
                <a:gd name="connsiteX10" fmla="*/ 2609954 w 2667687"/>
                <a:gd name="connsiteY10" fmla="*/ 487392 h 1750099"/>
                <a:gd name="connsiteX11" fmla="*/ 2667620 w 2667687"/>
                <a:gd name="connsiteY11" fmla="*/ 1063879 h 1750099"/>
                <a:gd name="connsiteX12" fmla="*/ 2667687 w 2667687"/>
                <a:gd name="connsiteY12" fmla="*/ 1135871 h 1750099"/>
                <a:gd name="connsiteX13" fmla="*/ 2477609 w 2667687"/>
                <a:gd name="connsiteY13" fmla="*/ 755714 h 1750099"/>
                <a:gd name="connsiteX14" fmla="*/ 2292937 w 2667687"/>
                <a:gd name="connsiteY14" fmla="*/ 1125058 h 1750099"/>
                <a:gd name="connsiteX15" fmla="*/ 2292937 w 2667687"/>
                <a:gd name="connsiteY15" fmla="*/ 1018051 h 1750099"/>
                <a:gd name="connsiteX16" fmla="*/ 2261507 w 2667687"/>
                <a:gd name="connsiteY16" fmla="*/ 639551 h 1750099"/>
                <a:gd name="connsiteX17" fmla="*/ 2028500 w 2667687"/>
                <a:gd name="connsiteY17" fmla="*/ 406220 h 1750099"/>
                <a:gd name="connsiteX18" fmla="*/ 1652641 w 2667687"/>
                <a:gd name="connsiteY18" fmla="*/ 375005 h 1750099"/>
                <a:gd name="connsiteX19" fmla="*/ 1133338 w 2667687"/>
                <a:gd name="connsiteY19" fmla="*/ 375005 h 1750099"/>
                <a:gd name="connsiteX20" fmla="*/ 1130621 w 2667687"/>
                <a:gd name="connsiteY20" fmla="*/ 375005 h 1750099"/>
                <a:gd name="connsiteX21" fmla="*/ 754762 w 2667687"/>
                <a:gd name="connsiteY21" fmla="*/ 406220 h 1750099"/>
                <a:gd name="connsiteX22" fmla="*/ 521755 w 2667687"/>
                <a:gd name="connsiteY22" fmla="*/ 639551 h 1750099"/>
                <a:gd name="connsiteX23" fmla="*/ 490325 w 2667687"/>
                <a:gd name="connsiteY23" fmla="*/ 1015340 h 1750099"/>
                <a:gd name="connsiteX24" fmla="*/ 490325 w 2667687"/>
                <a:gd name="connsiteY24" fmla="*/ 1146123 h 1750099"/>
                <a:gd name="connsiteX25" fmla="*/ 603976 w 2667687"/>
                <a:gd name="connsiteY25" fmla="*/ 1146123 h 175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67687" h="1750099">
                  <a:moveTo>
                    <a:pt x="301988" y="1750099"/>
                  </a:moveTo>
                  <a:lnTo>
                    <a:pt x="0" y="1146123"/>
                  </a:lnTo>
                  <a:lnTo>
                    <a:pt x="115560" y="1146123"/>
                  </a:lnTo>
                  <a:lnTo>
                    <a:pt x="115642" y="1060251"/>
                  </a:lnTo>
                  <a:cubicBezTo>
                    <a:pt x="116432" y="798338"/>
                    <a:pt x="122752" y="646949"/>
                    <a:pt x="173308" y="487392"/>
                  </a:cubicBezTo>
                  <a:cubicBezTo>
                    <a:pt x="245975" y="287807"/>
                    <a:pt x="403007" y="130707"/>
                    <a:pt x="602693" y="58092"/>
                  </a:cubicBezTo>
                  <a:cubicBezTo>
                    <a:pt x="783947" y="603"/>
                    <a:pt x="955512" y="0"/>
                    <a:pt x="1294860" y="0"/>
                  </a:cubicBezTo>
                  <a:lnTo>
                    <a:pt x="1300177" y="0"/>
                  </a:lnTo>
                  <a:lnTo>
                    <a:pt x="1488166" y="0"/>
                  </a:lnTo>
                  <a:cubicBezTo>
                    <a:pt x="1826333" y="0"/>
                    <a:pt x="1998016" y="241"/>
                    <a:pt x="2180333" y="58092"/>
                  </a:cubicBezTo>
                  <a:cubicBezTo>
                    <a:pt x="2379901" y="130707"/>
                    <a:pt x="2537287" y="287807"/>
                    <a:pt x="2609954" y="487392"/>
                  </a:cubicBezTo>
                  <a:cubicBezTo>
                    <a:pt x="2660510" y="646948"/>
                    <a:pt x="2666830" y="798431"/>
                    <a:pt x="2667620" y="1063879"/>
                  </a:cubicBezTo>
                  <a:lnTo>
                    <a:pt x="2667687" y="1135871"/>
                  </a:lnTo>
                  <a:lnTo>
                    <a:pt x="2477609" y="755714"/>
                  </a:lnTo>
                  <a:lnTo>
                    <a:pt x="2292937" y="1125058"/>
                  </a:lnTo>
                  <a:lnTo>
                    <a:pt x="2292937" y="1018051"/>
                  </a:lnTo>
                  <a:cubicBezTo>
                    <a:pt x="2292937" y="831603"/>
                    <a:pt x="2292937" y="738560"/>
                    <a:pt x="2261507" y="639551"/>
                  </a:cubicBezTo>
                  <a:cubicBezTo>
                    <a:pt x="2222042" y="531202"/>
                    <a:pt x="2136851" y="445631"/>
                    <a:pt x="2028500" y="406220"/>
                  </a:cubicBezTo>
                  <a:cubicBezTo>
                    <a:pt x="1929484" y="374824"/>
                    <a:pt x="1836258" y="375005"/>
                    <a:pt x="1652641" y="375005"/>
                  </a:cubicBezTo>
                  <a:lnTo>
                    <a:pt x="1133338" y="375005"/>
                  </a:lnTo>
                  <a:lnTo>
                    <a:pt x="1130621" y="375005"/>
                  </a:lnTo>
                  <a:cubicBezTo>
                    <a:pt x="946177" y="375005"/>
                    <a:pt x="853305" y="375005"/>
                    <a:pt x="754762" y="406220"/>
                  </a:cubicBezTo>
                  <a:cubicBezTo>
                    <a:pt x="646411" y="445631"/>
                    <a:pt x="561220" y="531142"/>
                    <a:pt x="521755" y="639551"/>
                  </a:cubicBezTo>
                  <a:cubicBezTo>
                    <a:pt x="490325" y="738560"/>
                    <a:pt x="490325" y="831724"/>
                    <a:pt x="490325" y="1015340"/>
                  </a:cubicBezTo>
                  <a:lnTo>
                    <a:pt x="490325" y="1146123"/>
                  </a:lnTo>
                  <a:lnTo>
                    <a:pt x="603976" y="1146123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/>
            </a:p>
          </p:txBody>
        </p:sp>
        <p:sp>
          <p:nvSpPr>
            <p:cNvPr id="10" name="Freeform: Shape 112">
              <a:extLst>
                <a:ext uri="{FF2B5EF4-FFF2-40B4-BE49-F238E27FC236}">
                  <a16:creationId xmlns:a16="http://schemas.microsoft.com/office/drawing/2014/main" xmlns="" id="{EF7EEE94-C027-4564-9345-83A23AE90BDA}"/>
                </a:ext>
              </a:extLst>
            </p:cNvPr>
            <p:cNvSpPr/>
            <p:nvPr/>
          </p:nvSpPr>
          <p:spPr>
            <a:xfrm>
              <a:off x="4759999" y="2130171"/>
              <a:ext cx="2667682" cy="1841944"/>
            </a:xfrm>
            <a:custGeom>
              <a:avLst/>
              <a:gdLst>
                <a:gd name="connsiteX0" fmla="*/ 1179331 w 2667682"/>
                <a:gd name="connsiteY0" fmla="*/ 0 h 1841944"/>
                <a:gd name="connsiteX1" fmla="*/ 1184648 w 2667682"/>
                <a:gd name="connsiteY1" fmla="*/ 0 h 1841944"/>
                <a:gd name="connsiteX2" fmla="*/ 1372637 w 2667682"/>
                <a:gd name="connsiteY2" fmla="*/ 0 h 1841944"/>
                <a:gd name="connsiteX3" fmla="*/ 2064804 w 2667682"/>
                <a:gd name="connsiteY3" fmla="*/ 58092 h 1841944"/>
                <a:gd name="connsiteX4" fmla="*/ 2494425 w 2667682"/>
                <a:gd name="connsiteY4" fmla="*/ 487392 h 1841944"/>
                <a:gd name="connsiteX5" fmla="*/ 2552204 w 2667682"/>
                <a:gd name="connsiteY5" fmla="*/ 1184975 h 1841944"/>
                <a:gd name="connsiteX6" fmla="*/ 2552204 w 2667682"/>
                <a:gd name="connsiteY6" fmla="*/ 1237968 h 1841944"/>
                <a:gd name="connsiteX7" fmla="*/ 2667682 w 2667682"/>
                <a:gd name="connsiteY7" fmla="*/ 1237968 h 1841944"/>
                <a:gd name="connsiteX8" fmla="*/ 2365694 w 2667682"/>
                <a:gd name="connsiteY8" fmla="*/ 1841944 h 1841944"/>
                <a:gd name="connsiteX9" fmla="*/ 2063706 w 2667682"/>
                <a:gd name="connsiteY9" fmla="*/ 1237968 h 1841944"/>
                <a:gd name="connsiteX10" fmla="*/ 2177408 w 2667682"/>
                <a:gd name="connsiteY10" fmla="*/ 1237968 h 1841944"/>
                <a:gd name="connsiteX11" fmla="*/ 2177408 w 2667682"/>
                <a:gd name="connsiteY11" fmla="*/ 1018051 h 1841944"/>
                <a:gd name="connsiteX12" fmla="*/ 2145978 w 2667682"/>
                <a:gd name="connsiteY12" fmla="*/ 639551 h 1841944"/>
                <a:gd name="connsiteX13" fmla="*/ 1912972 w 2667682"/>
                <a:gd name="connsiteY13" fmla="*/ 406220 h 1841944"/>
                <a:gd name="connsiteX14" fmla="*/ 1537112 w 2667682"/>
                <a:gd name="connsiteY14" fmla="*/ 375005 h 1841944"/>
                <a:gd name="connsiteX15" fmla="*/ 1017810 w 2667682"/>
                <a:gd name="connsiteY15" fmla="*/ 375005 h 1841944"/>
                <a:gd name="connsiteX16" fmla="*/ 1015092 w 2667682"/>
                <a:gd name="connsiteY16" fmla="*/ 375005 h 1841944"/>
                <a:gd name="connsiteX17" fmla="*/ 639233 w 2667682"/>
                <a:gd name="connsiteY17" fmla="*/ 406220 h 1841944"/>
                <a:gd name="connsiteX18" fmla="*/ 406226 w 2667682"/>
                <a:gd name="connsiteY18" fmla="*/ 639551 h 1841944"/>
                <a:gd name="connsiteX19" fmla="*/ 374796 w 2667682"/>
                <a:gd name="connsiteY19" fmla="*/ 1015340 h 1841944"/>
                <a:gd name="connsiteX20" fmla="*/ 374796 w 2667682"/>
                <a:gd name="connsiteY20" fmla="*/ 1217009 h 1841944"/>
                <a:gd name="connsiteX21" fmla="*/ 190071 w 2667682"/>
                <a:gd name="connsiteY21" fmla="*/ 847559 h 1841944"/>
                <a:gd name="connsiteX22" fmla="*/ 0 w 2667682"/>
                <a:gd name="connsiteY22" fmla="*/ 1227701 h 1841944"/>
                <a:gd name="connsiteX23" fmla="*/ 0 w 2667682"/>
                <a:gd name="connsiteY23" fmla="*/ 1179611 h 1841944"/>
                <a:gd name="connsiteX24" fmla="*/ 57779 w 2667682"/>
                <a:gd name="connsiteY24" fmla="*/ 487392 h 1841944"/>
                <a:gd name="connsiteX25" fmla="*/ 487164 w 2667682"/>
                <a:gd name="connsiteY25" fmla="*/ 58092 h 1841944"/>
                <a:gd name="connsiteX26" fmla="*/ 1179331 w 2667682"/>
                <a:gd name="connsiteY26" fmla="*/ 0 h 184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7682" h="1841944">
                  <a:moveTo>
                    <a:pt x="1179331" y="0"/>
                  </a:moveTo>
                  <a:lnTo>
                    <a:pt x="1184648" y="0"/>
                  </a:lnTo>
                  <a:lnTo>
                    <a:pt x="1372637" y="0"/>
                  </a:lnTo>
                  <a:cubicBezTo>
                    <a:pt x="1710804" y="0"/>
                    <a:pt x="1882487" y="241"/>
                    <a:pt x="2064804" y="58092"/>
                  </a:cubicBezTo>
                  <a:cubicBezTo>
                    <a:pt x="2264372" y="130706"/>
                    <a:pt x="2421758" y="287807"/>
                    <a:pt x="2494425" y="487392"/>
                  </a:cubicBezTo>
                  <a:cubicBezTo>
                    <a:pt x="2552204" y="669742"/>
                    <a:pt x="2552204" y="841547"/>
                    <a:pt x="2552204" y="1184975"/>
                  </a:cubicBezTo>
                  <a:lnTo>
                    <a:pt x="2552204" y="1237968"/>
                  </a:lnTo>
                  <a:lnTo>
                    <a:pt x="2667682" y="1237968"/>
                  </a:lnTo>
                  <a:lnTo>
                    <a:pt x="2365694" y="1841944"/>
                  </a:lnTo>
                  <a:lnTo>
                    <a:pt x="2063706" y="1237968"/>
                  </a:lnTo>
                  <a:lnTo>
                    <a:pt x="2177408" y="1237968"/>
                  </a:lnTo>
                  <a:lnTo>
                    <a:pt x="2177408" y="1018051"/>
                  </a:lnTo>
                  <a:cubicBezTo>
                    <a:pt x="2177408" y="831603"/>
                    <a:pt x="2177408" y="738560"/>
                    <a:pt x="2145978" y="639551"/>
                  </a:cubicBezTo>
                  <a:cubicBezTo>
                    <a:pt x="2106514" y="531202"/>
                    <a:pt x="2021322" y="445631"/>
                    <a:pt x="1912972" y="406220"/>
                  </a:cubicBezTo>
                  <a:cubicBezTo>
                    <a:pt x="1813956" y="374824"/>
                    <a:pt x="1720729" y="375005"/>
                    <a:pt x="1537112" y="375005"/>
                  </a:cubicBezTo>
                  <a:lnTo>
                    <a:pt x="1017810" y="375005"/>
                  </a:lnTo>
                  <a:lnTo>
                    <a:pt x="1015092" y="375005"/>
                  </a:lnTo>
                  <a:cubicBezTo>
                    <a:pt x="830648" y="375005"/>
                    <a:pt x="737776" y="375005"/>
                    <a:pt x="639233" y="406220"/>
                  </a:cubicBezTo>
                  <a:cubicBezTo>
                    <a:pt x="530882" y="445631"/>
                    <a:pt x="445691" y="531142"/>
                    <a:pt x="406226" y="639551"/>
                  </a:cubicBezTo>
                  <a:cubicBezTo>
                    <a:pt x="374796" y="738560"/>
                    <a:pt x="374796" y="831724"/>
                    <a:pt x="374796" y="1015340"/>
                  </a:cubicBezTo>
                  <a:lnTo>
                    <a:pt x="374796" y="1217009"/>
                  </a:lnTo>
                  <a:lnTo>
                    <a:pt x="190071" y="847559"/>
                  </a:lnTo>
                  <a:lnTo>
                    <a:pt x="0" y="1227701"/>
                  </a:lnTo>
                  <a:lnTo>
                    <a:pt x="0" y="1179611"/>
                  </a:lnTo>
                  <a:cubicBezTo>
                    <a:pt x="0" y="841426"/>
                    <a:pt x="0" y="669742"/>
                    <a:pt x="57779" y="487392"/>
                  </a:cubicBezTo>
                  <a:cubicBezTo>
                    <a:pt x="130446" y="287807"/>
                    <a:pt x="287478" y="130706"/>
                    <a:pt x="487164" y="58092"/>
                  </a:cubicBezTo>
                  <a:cubicBezTo>
                    <a:pt x="668418" y="603"/>
                    <a:pt x="839983" y="0"/>
                    <a:pt x="1179331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/>
            </a:p>
          </p:txBody>
        </p:sp>
        <p:sp>
          <p:nvSpPr>
            <p:cNvPr id="11" name="Freeform: Shape 114">
              <a:extLst>
                <a:ext uri="{FF2B5EF4-FFF2-40B4-BE49-F238E27FC236}">
                  <a16:creationId xmlns:a16="http://schemas.microsoft.com/office/drawing/2014/main" xmlns="" id="{5F9CF90C-D64C-4769-8C15-59DD249BEFD9}"/>
                </a:ext>
              </a:extLst>
            </p:cNvPr>
            <p:cNvSpPr/>
            <p:nvPr/>
          </p:nvSpPr>
          <p:spPr>
            <a:xfrm rot="10800000">
              <a:off x="6938840" y="2977730"/>
              <a:ext cx="2664464" cy="1750099"/>
            </a:xfrm>
            <a:custGeom>
              <a:avLst/>
              <a:gdLst>
                <a:gd name="connsiteX0" fmla="*/ 301988 w 2664464"/>
                <a:gd name="connsiteY0" fmla="*/ 1750099 h 1750099"/>
                <a:gd name="connsiteX1" fmla="*/ 0 w 2664464"/>
                <a:gd name="connsiteY1" fmla="*/ 1146123 h 1750099"/>
                <a:gd name="connsiteX2" fmla="*/ 112345 w 2664464"/>
                <a:gd name="connsiteY2" fmla="*/ 1146123 h 1750099"/>
                <a:gd name="connsiteX3" fmla="*/ 112426 w 2664464"/>
                <a:gd name="connsiteY3" fmla="*/ 1060251 h 1750099"/>
                <a:gd name="connsiteX4" fmla="*/ 170092 w 2664464"/>
                <a:gd name="connsiteY4" fmla="*/ 487392 h 1750099"/>
                <a:gd name="connsiteX5" fmla="*/ 599477 w 2664464"/>
                <a:gd name="connsiteY5" fmla="*/ 58092 h 1750099"/>
                <a:gd name="connsiteX6" fmla="*/ 1291644 w 2664464"/>
                <a:gd name="connsiteY6" fmla="*/ 0 h 1750099"/>
                <a:gd name="connsiteX7" fmla="*/ 1296961 w 2664464"/>
                <a:gd name="connsiteY7" fmla="*/ 0 h 1750099"/>
                <a:gd name="connsiteX8" fmla="*/ 1484949 w 2664464"/>
                <a:gd name="connsiteY8" fmla="*/ 0 h 1750099"/>
                <a:gd name="connsiteX9" fmla="*/ 2177116 w 2664464"/>
                <a:gd name="connsiteY9" fmla="*/ 58092 h 1750099"/>
                <a:gd name="connsiteX10" fmla="*/ 2606737 w 2664464"/>
                <a:gd name="connsiteY10" fmla="*/ 487392 h 1750099"/>
                <a:gd name="connsiteX11" fmla="*/ 2664403 w 2664464"/>
                <a:gd name="connsiteY11" fmla="*/ 1063879 h 1750099"/>
                <a:gd name="connsiteX12" fmla="*/ 2664464 w 2664464"/>
                <a:gd name="connsiteY12" fmla="*/ 1129421 h 1750099"/>
                <a:gd name="connsiteX13" fmla="*/ 2477611 w 2664464"/>
                <a:gd name="connsiteY13" fmla="*/ 755714 h 1750099"/>
                <a:gd name="connsiteX14" fmla="*/ 2289720 w 2664464"/>
                <a:gd name="connsiteY14" fmla="*/ 1131496 h 1750099"/>
                <a:gd name="connsiteX15" fmla="*/ 2289720 w 2664464"/>
                <a:gd name="connsiteY15" fmla="*/ 1018051 h 1750099"/>
                <a:gd name="connsiteX16" fmla="*/ 2258290 w 2664464"/>
                <a:gd name="connsiteY16" fmla="*/ 639551 h 1750099"/>
                <a:gd name="connsiteX17" fmla="*/ 2025284 w 2664464"/>
                <a:gd name="connsiteY17" fmla="*/ 406220 h 1750099"/>
                <a:gd name="connsiteX18" fmla="*/ 1649425 w 2664464"/>
                <a:gd name="connsiteY18" fmla="*/ 375005 h 1750099"/>
                <a:gd name="connsiteX19" fmla="*/ 1130122 w 2664464"/>
                <a:gd name="connsiteY19" fmla="*/ 375005 h 1750099"/>
                <a:gd name="connsiteX20" fmla="*/ 1127404 w 2664464"/>
                <a:gd name="connsiteY20" fmla="*/ 375005 h 1750099"/>
                <a:gd name="connsiteX21" fmla="*/ 751545 w 2664464"/>
                <a:gd name="connsiteY21" fmla="*/ 406220 h 1750099"/>
                <a:gd name="connsiteX22" fmla="*/ 518539 w 2664464"/>
                <a:gd name="connsiteY22" fmla="*/ 639551 h 1750099"/>
                <a:gd name="connsiteX23" fmla="*/ 487109 w 2664464"/>
                <a:gd name="connsiteY23" fmla="*/ 1015340 h 1750099"/>
                <a:gd name="connsiteX24" fmla="*/ 487109 w 2664464"/>
                <a:gd name="connsiteY24" fmla="*/ 1146123 h 1750099"/>
                <a:gd name="connsiteX25" fmla="*/ 603976 w 2664464"/>
                <a:gd name="connsiteY25" fmla="*/ 1146123 h 175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64464" h="1750099">
                  <a:moveTo>
                    <a:pt x="301988" y="1750099"/>
                  </a:moveTo>
                  <a:lnTo>
                    <a:pt x="0" y="1146123"/>
                  </a:lnTo>
                  <a:lnTo>
                    <a:pt x="112345" y="1146123"/>
                  </a:lnTo>
                  <a:lnTo>
                    <a:pt x="112426" y="1060251"/>
                  </a:lnTo>
                  <a:cubicBezTo>
                    <a:pt x="113216" y="798338"/>
                    <a:pt x="119535" y="646949"/>
                    <a:pt x="170092" y="487392"/>
                  </a:cubicBezTo>
                  <a:cubicBezTo>
                    <a:pt x="242759" y="287807"/>
                    <a:pt x="399790" y="130707"/>
                    <a:pt x="599477" y="58092"/>
                  </a:cubicBezTo>
                  <a:cubicBezTo>
                    <a:pt x="780730" y="603"/>
                    <a:pt x="952295" y="0"/>
                    <a:pt x="1291644" y="0"/>
                  </a:cubicBezTo>
                  <a:lnTo>
                    <a:pt x="1296961" y="0"/>
                  </a:lnTo>
                  <a:lnTo>
                    <a:pt x="1484949" y="0"/>
                  </a:lnTo>
                  <a:cubicBezTo>
                    <a:pt x="1823116" y="0"/>
                    <a:pt x="1994799" y="241"/>
                    <a:pt x="2177116" y="58092"/>
                  </a:cubicBezTo>
                  <a:cubicBezTo>
                    <a:pt x="2376684" y="130707"/>
                    <a:pt x="2534070" y="287807"/>
                    <a:pt x="2606737" y="487392"/>
                  </a:cubicBezTo>
                  <a:cubicBezTo>
                    <a:pt x="2657294" y="646948"/>
                    <a:pt x="2663613" y="798431"/>
                    <a:pt x="2664403" y="1063879"/>
                  </a:cubicBezTo>
                  <a:lnTo>
                    <a:pt x="2664464" y="1129421"/>
                  </a:lnTo>
                  <a:lnTo>
                    <a:pt x="2477611" y="755714"/>
                  </a:lnTo>
                  <a:lnTo>
                    <a:pt x="2289720" y="1131496"/>
                  </a:lnTo>
                  <a:lnTo>
                    <a:pt x="2289720" y="1018051"/>
                  </a:lnTo>
                  <a:cubicBezTo>
                    <a:pt x="2289720" y="831603"/>
                    <a:pt x="2289720" y="738560"/>
                    <a:pt x="2258290" y="639551"/>
                  </a:cubicBezTo>
                  <a:cubicBezTo>
                    <a:pt x="2218826" y="531202"/>
                    <a:pt x="2133634" y="445631"/>
                    <a:pt x="2025284" y="406220"/>
                  </a:cubicBezTo>
                  <a:cubicBezTo>
                    <a:pt x="1926268" y="374824"/>
                    <a:pt x="1833042" y="375005"/>
                    <a:pt x="1649425" y="375005"/>
                  </a:cubicBezTo>
                  <a:lnTo>
                    <a:pt x="1130122" y="375005"/>
                  </a:lnTo>
                  <a:lnTo>
                    <a:pt x="1127404" y="375005"/>
                  </a:lnTo>
                  <a:cubicBezTo>
                    <a:pt x="942961" y="375005"/>
                    <a:pt x="850089" y="375005"/>
                    <a:pt x="751545" y="406220"/>
                  </a:cubicBezTo>
                  <a:cubicBezTo>
                    <a:pt x="643195" y="445631"/>
                    <a:pt x="558003" y="531142"/>
                    <a:pt x="518539" y="639551"/>
                  </a:cubicBezTo>
                  <a:cubicBezTo>
                    <a:pt x="487109" y="738560"/>
                    <a:pt x="487109" y="831724"/>
                    <a:pt x="487109" y="1015340"/>
                  </a:cubicBezTo>
                  <a:lnTo>
                    <a:pt x="487109" y="1146123"/>
                  </a:lnTo>
                  <a:lnTo>
                    <a:pt x="603976" y="1146123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ABE959A5-9FCF-42B4-959D-71FF1FD8E5ED}"/>
                </a:ext>
              </a:extLst>
            </p:cNvPr>
            <p:cNvGrpSpPr/>
            <p:nvPr/>
          </p:nvGrpSpPr>
          <p:grpSpPr>
            <a:xfrm>
              <a:off x="723899" y="3915549"/>
              <a:ext cx="1860471" cy="1951722"/>
              <a:chOff x="332936" y="2223570"/>
              <a:chExt cx="2937088" cy="1951722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530E5F19-9558-48D2-BC5D-90FC5B86EF28}"/>
                  </a:ext>
                </a:extLst>
              </p:cNvPr>
              <p:cNvSpPr txBox="1"/>
              <p:nvPr/>
            </p:nvSpPr>
            <p:spPr>
              <a:xfrm>
                <a:off x="332936" y="2223570"/>
                <a:ext cx="2937088" cy="890485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Data Preprocessing and Vectorization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F1E5E857-60CA-4BA8-80FE-8ECBF9C92433}"/>
                  </a:ext>
                </a:extLst>
              </p:cNvPr>
              <p:cNvSpPr txBox="1"/>
              <p:nvPr/>
            </p:nvSpPr>
            <p:spPr>
              <a:xfrm>
                <a:off x="340731" y="3086921"/>
                <a:ext cx="2929293" cy="108837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Utilizes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TensorFlow’s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TextVectorization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for optimized tokenization and padding, improving scalability. 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D2A1F3C1-1676-4072-8EFD-ED0E71BEA8BE}"/>
                </a:ext>
              </a:extLst>
            </p:cNvPr>
            <p:cNvGrpSpPr/>
            <p:nvPr/>
          </p:nvGrpSpPr>
          <p:grpSpPr>
            <a:xfrm>
              <a:off x="5108614" y="4154773"/>
              <a:ext cx="1860471" cy="1712499"/>
              <a:chOff x="332936" y="2462794"/>
              <a:chExt cx="2937088" cy="171249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2EF0816E-D38B-4564-9C68-053345E85C9F}"/>
                  </a:ext>
                </a:extLst>
              </p:cNvPr>
              <p:cNvSpPr txBox="1"/>
              <p:nvPr/>
            </p:nvSpPr>
            <p:spPr>
              <a:xfrm>
                <a:off x="332936" y="2462794"/>
                <a:ext cx="2937088" cy="626637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Data Handling and Efficiency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4E01E55-423A-42E2-9E69-EFEB2B528760}"/>
                  </a:ext>
                </a:extLst>
              </p:cNvPr>
              <p:cNvSpPr txBox="1"/>
              <p:nvPr/>
            </p:nvSpPr>
            <p:spPr>
              <a:xfrm>
                <a:off x="340731" y="3086922"/>
                <a:ext cx="2929293" cy="108837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Uses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tf.data.Dataset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pipeline with caching, shuffling, batching, and prefetching to optimize performance.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0326481F-D28C-41B2-A5D0-1CD2B478FFBE}"/>
                </a:ext>
              </a:extLst>
            </p:cNvPr>
            <p:cNvGrpSpPr/>
            <p:nvPr/>
          </p:nvGrpSpPr>
          <p:grpSpPr>
            <a:xfrm>
              <a:off x="9521465" y="3848647"/>
              <a:ext cx="1860471" cy="1962093"/>
              <a:chOff x="377354" y="2156668"/>
              <a:chExt cx="2937088" cy="196209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42953390-FC66-476A-9E55-245E7BF3EAB8}"/>
                  </a:ext>
                </a:extLst>
              </p:cNvPr>
              <p:cNvSpPr txBox="1"/>
              <p:nvPr/>
            </p:nvSpPr>
            <p:spPr>
              <a:xfrm>
                <a:off x="377354" y="2156668"/>
                <a:ext cx="2937088" cy="1154332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Model Deployment and Prediction Interface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EB0E8C59-931C-4306-97D1-13F17B04F5F6}"/>
                  </a:ext>
                </a:extLst>
              </p:cNvPr>
              <p:cNvSpPr txBox="1"/>
              <p:nvPr/>
            </p:nvSpPr>
            <p:spPr>
              <a:xfrm>
                <a:off x="385150" y="3228276"/>
                <a:ext cx="2929292" cy="890485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Provides an interactive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Gradio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interface for real-time user input and toxicity prediction. 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37A61ED1-401E-4B8D-97BB-5D6FEC49AC0B}"/>
                </a:ext>
              </a:extLst>
            </p:cNvPr>
            <p:cNvGrpSpPr/>
            <p:nvPr/>
          </p:nvGrpSpPr>
          <p:grpSpPr>
            <a:xfrm>
              <a:off x="2945781" y="737565"/>
              <a:ext cx="1860471" cy="1712499"/>
              <a:chOff x="332936" y="2462794"/>
              <a:chExt cx="2937088" cy="171249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7F57776B-188B-439B-9E15-55CBCBB54C43}"/>
                  </a:ext>
                </a:extLst>
              </p:cNvPr>
              <p:cNvSpPr txBox="1"/>
              <p:nvPr/>
            </p:nvSpPr>
            <p:spPr>
              <a:xfrm>
                <a:off x="332936" y="2462794"/>
                <a:ext cx="2937088" cy="626637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Model Architecture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8646385C-8AC2-4743-9402-7922DC57DB18}"/>
                  </a:ext>
                </a:extLst>
              </p:cNvPr>
              <p:cNvSpPr txBox="1"/>
              <p:nvPr/>
            </p:nvSpPr>
            <p:spPr>
              <a:xfrm>
                <a:off x="340731" y="3086922"/>
                <a:ext cx="2929293" cy="108837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Implements Bidirectional LSTMs with multiple dense layers for deeper feature extraction and context understanding.. 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63CF1631-5D41-4023-A296-28B2ADDD239F}"/>
                </a:ext>
              </a:extLst>
            </p:cNvPr>
            <p:cNvGrpSpPr/>
            <p:nvPr/>
          </p:nvGrpSpPr>
          <p:grpSpPr>
            <a:xfrm>
              <a:off x="7330496" y="737567"/>
              <a:ext cx="1860471" cy="1712496"/>
              <a:chOff x="332936" y="2462796"/>
              <a:chExt cx="2937088" cy="1712496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708BD7F7-6E18-43F3-B965-011DC224729B}"/>
                  </a:ext>
                </a:extLst>
              </p:cNvPr>
              <p:cNvSpPr txBox="1"/>
              <p:nvPr/>
            </p:nvSpPr>
            <p:spPr>
              <a:xfrm>
                <a:off x="332936" y="2462796"/>
                <a:ext cx="2937088" cy="626637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Evaluation Metrics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671007EB-C51D-40B6-8518-AC4F362C48F2}"/>
                  </a:ext>
                </a:extLst>
              </p:cNvPr>
              <p:cNvSpPr txBox="1"/>
              <p:nvPr/>
            </p:nvSpPr>
            <p:spPr>
              <a:xfrm>
                <a:off x="340731" y="3086922"/>
                <a:ext cx="2929293" cy="1088370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Incorporates Precision, Recall, and Categorical Accuracy for more granular and meaningful evaluation.</a:t>
                </a:r>
              </a:p>
            </p:txBody>
          </p:sp>
        </p:grp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100" y="2899337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444" y="2840182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119" y="2922749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357" y="2889230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722" y="2889230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62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Requirements</a:t>
            </a:r>
            <a:endParaRPr lang="en-US" dirty="0"/>
          </a:p>
        </p:txBody>
      </p:sp>
      <p:sp>
        <p:nvSpPr>
          <p:cNvPr id="4" name="Freeform: Shape 66">
            <a:extLst>
              <a:ext uri="{FF2B5EF4-FFF2-40B4-BE49-F238E27FC236}">
                <a16:creationId xmlns="" xmlns:a16="http://schemas.microsoft.com/office/drawing/2014/main" id="{57BB335B-2EBA-4805-AF48-8384123AD31B}"/>
              </a:ext>
            </a:extLst>
          </p:cNvPr>
          <p:cNvSpPr/>
          <p:nvPr/>
        </p:nvSpPr>
        <p:spPr>
          <a:xfrm>
            <a:off x="5322824" y="1759895"/>
            <a:ext cx="2894839" cy="2443174"/>
          </a:xfrm>
          <a:custGeom>
            <a:avLst/>
            <a:gdLst>
              <a:gd name="connsiteX0" fmla="*/ 1784237 w 2894839"/>
              <a:gd name="connsiteY0" fmla="*/ 0 h 2443174"/>
              <a:gd name="connsiteX1" fmla="*/ 1979160 w 2894839"/>
              <a:gd name="connsiteY1" fmla="*/ 52140 h 2443174"/>
              <a:gd name="connsiteX2" fmla="*/ 2699357 w 2894839"/>
              <a:gd name="connsiteY2" fmla="*/ 467883 h 2443174"/>
              <a:gd name="connsiteX3" fmla="*/ 2894839 w 2894839"/>
              <a:gd name="connsiteY3" fmla="*/ 806075 h 2443174"/>
              <a:gd name="connsiteX4" fmla="*/ 2894839 w 2894839"/>
              <a:gd name="connsiteY4" fmla="*/ 1637674 h 2443174"/>
              <a:gd name="connsiteX5" fmla="*/ 2700034 w 2894839"/>
              <a:gd name="connsiteY5" fmla="*/ 1975292 h 2443174"/>
              <a:gd name="connsiteX6" fmla="*/ 2544161 w 2894839"/>
              <a:gd name="connsiteY6" fmla="*/ 2065272 h 2443174"/>
              <a:gd name="connsiteX7" fmla="*/ 2465321 w 2894839"/>
              <a:gd name="connsiteY7" fmla="*/ 2062671 h 2443174"/>
              <a:gd name="connsiteX8" fmla="*/ 2336682 w 2894839"/>
              <a:gd name="connsiteY8" fmla="*/ 1970256 h 2443174"/>
              <a:gd name="connsiteX9" fmla="*/ 2312223 w 2894839"/>
              <a:gd name="connsiteY9" fmla="*/ 1843078 h 2443174"/>
              <a:gd name="connsiteX10" fmla="*/ 2319006 w 2894839"/>
              <a:gd name="connsiteY10" fmla="*/ 1811416 h 2443174"/>
              <a:gd name="connsiteX11" fmla="*/ 2317773 w 2894839"/>
              <a:gd name="connsiteY11" fmla="*/ 1748750 h 2443174"/>
              <a:gd name="connsiteX12" fmla="*/ 2294239 w 2894839"/>
              <a:gd name="connsiteY12" fmla="*/ 1683578 h 2443174"/>
              <a:gd name="connsiteX13" fmla="*/ 1972783 w 2894839"/>
              <a:gd name="connsiteY13" fmla="*/ 1644396 h 2443174"/>
              <a:gd name="connsiteX14" fmla="*/ 1918419 w 2894839"/>
              <a:gd name="connsiteY14" fmla="*/ 1810492 h 2443174"/>
              <a:gd name="connsiteX15" fmla="*/ 1988609 w 2894839"/>
              <a:gd name="connsiteY15" fmla="*/ 1938593 h 2443174"/>
              <a:gd name="connsiteX16" fmla="*/ 2043179 w 2894839"/>
              <a:gd name="connsiteY16" fmla="*/ 1971443 h 2443174"/>
              <a:gd name="connsiteX17" fmla="*/ 2071748 w 2894839"/>
              <a:gd name="connsiteY17" fmla="*/ 1980810 h 2443174"/>
              <a:gd name="connsiteX18" fmla="*/ 2170096 w 2894839"/>
              <a:gd name="connsiteY18" fmla="*/ 2065507 h 2443174"/>
              <a:gd name="connsiteX19" fmla="*/ 2185023 w 2894839"/>
              <a:gd name="connsiteY19" fmla="*/ 2223127 h 2443174"/>
              <a:gd name="connsiteX20" fmla="*/ 2147581 w 2894839"/>
              <a:gd name="connsiteY20" fmla="*/ 2294203 h 2443174"/>
              <a:gd name="connsiteX21" fmla="*/ 1979837 w 2894839"/>
              <a:gd name="connsiteY21" fmla="*/ 2391035 h 2443174"/>
              <a:gd name="connsiteX22" fmla="*/ 1590091 w 2894839"/>
              <a:gd name="connsiteY22" fmla="*/ 2391035 h 2443174"/>
              <a:gd name="connsiteX23" fmla="*/ 869894 w 2894839"/>
              <a:gd name="connsiteY23" fmla="*/ 1975292 h 2443174"/>
              <a:gd name="connsiteX24" fmla="*/ 675089 w 2894839"/>
              <a:gd name="connsiteY24" fmla="*/ 1637674 h 2443174"/>
              <a:gd name="connsiteX25" fmla="*/ 675089 w 2894839"/>
              <a:gd name="connsiteY25" fmla="*/ 1534312 h 2443174"/>
              <a:gd name="connsiteX26" fmla="*/ 471214 w 2894839"/>
              <a:gd name="connsiteY26" fmla="*/ 1317722 h 2443174"/>
              <a:gd name="connsiteX27" fmla="*/ 348699 w 2894839"/>
              <a:gd name="connsiteY27" fmla="*/ 1360627 h 2443174"/>
              <a:gd name="connsiteX28" fmla="*/ 326362 w 2894839"/>
              <a:gd name="connsiteY28" fmla="*/ 1380818 h 2443174"/>
              <a:gd name="connsiteX29" fmla="*/ 270452 w 2894839"/>
              <a:gd name="connsiteY29" fmla="*/ 1411448 h 2443174"/>
              <a:gd name="connsiteX30" fmla="*/ 124382 w 2894839"/>
              <a:gd name="connsiteY30" fmla="*/ 1408121 h 2443174"/>
              <a:gd name="connsiteX31" fmla="*/ 7689 w 2894839"/>
              <a:gd name="connsiteY31" fmla="*/ 1278029 h 2443174"/>
              <a:gd name="connsiteX32" fmla="*/ 202223 w 2894839"/>
              <a:gd name="connsiteY32" fmla="*/ 1019338 h 2443174"/>
              <a:gd name="connsiteX33" fmla="*/ 270452 w 2894839"/>
              <a:gd name="connsiteY33" fmla="*/ 1031383 h 2443174"/>
              <a:gd name="connsiteX34" fmla="*/ 325415 w 2894839"/>
              <a:gd name="connsiteY34" fmla="*/ 1061440 h 2443174"/>
              <a:gd name="connsiteX35" fmla="*/ 349241 w 2894839"/>
              <a:gd name="connsiteY35" fmla="*/ 1083236 h 2443174"/>
              <a:gd name="connsiteX36" fmla="*/ 471485 w 2894839"/>
              <a:gd name="connsiteY36" fmla="*/ 1125453 h 2443174"/>
              <a:gd name="connsiteX37" fmla="*/ 674412 w 2894839"/>
              <a:gd name="connsiteY37" fmla="*/ 908863 h 2443174"/>
              <a:gd name="connsiteX38" fmla="*/ 674412 w 2894839"/>
              <a:gd name="connsiteY38" fmla="*/ 805501 h 2443174"/>
              <a:gd name="connsiteX39" fmla="*/ 869353 w 2894839"/>
              <a:gd name="connsiteY39" fmla="*/ 467883 h 2443174"/>
              <a:gd name="connsiteX40" fmla="*/ 1589414 w 2894839"/>
              <a:gd name="connsiteY40" fmla="*/ 52140 h 2443174"/>
              <a:gd name="connsiteX41" fmla="*/ 1784237 w 2894839"/>
              <a:gd name="connsiteY41" fmla="*/ 0 h 244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94839" h="2443174">
                <a:moveTo>
                  <a:pt x="1784237" y="0"/>
                </a:moveTo>
                <a:cubicBezTo>
                  <a:pt x="1851535" y="0"/>
                  <a:pt x="1918851" y="17380"/>
                  <a:pt x="1979160" y="52140"/>
                </a:cubicBezTo>
                <a:lnTo>
                  <a:pt x="2699357" y="467883"/>
                </a:lnTo>
                <a:cubicBezTo>
                  <a:pt x="2819706" y="537402"/>
                  <a:pt x="2894162" y="666232"/>
                  <a:pt x="2894839" y="806075"/>
                </a:cubicBezTo>
                <a:lnTo>
                  <a:pt x="2894839" y="1637674"/>
                </a:lnTo>
                <a:cubicBezTo>
                  <a:pt x="2894839" y="1776943"/>
                  <a:pt x="2820653" y="1905773"/>
                  <a:pt x="2700034" y="1975292"/>
                </a:cubicBezTo>
                <a:lnTo>
                  <a:pt x="2544161" y="2065272"/>
                </a:lnTo>
                <a:lnTo>
                  <a:pt x="2465321" y="2062671"/>
                </a:lnTo>
                <a:cubicBezTo>
                  <a:pt x="2412575" y="2051028"/>
                  <a:pt x="2365097" y="2019861"/>
                  <a:pt x="2336682" y="1970256"/>
                </a:cubicBezTo>
                <a:cubicBezTo>
                  <a:pt x="2313765" y="1930150"/>
                  <a:pt x="2306263" y="1885559"/>
                  <a:pt x="2312223" y="1843078"/>
                </a:cubicBezTo>
                <a:cubicBezTo>
                  <a:pt x="2315306" y="1832788"/>
                  <a:pt x="2317464" y="1822234"/>
                  <a:pt x="2319006" y="1811416"/>
                </a:cubicBezTo>
                <a:cubicBezTo>
                  <a:pt x="2321780" y="1790835"/>
                  <a:pt x="2321472" y="1769727"/>
                  <a:pt x="2317773" y="1748750"/>
                </a:cubicBezTo>
                <a:cubicBezTo>
                  <a:pt x="2313765" y="1726323"/>
                  <a:pt x="2305954" y="1704291"/>
                  <a:pt x="2294239" y="1683578"/>
                </a:cubicBezTo>
                <a:cubicBezTo>
                  <a:pt x="2229393" y="1570912"/>
                  <a:pt x="2072056" y="1544527"/>
                  <a:pt x="1972783" y="1644396"/>
                </a:cubicBezTo>
                <a:cubicBezTo>
                  <a:pt x="1929929" y="1687536"/>
                  <a:pt x="1910095" y="1750597"/>
                  <a:pt x="1918419" y="1810492"/>
                </a:cubicBezTo>
                <a:cubicBezTo>
                  <a:pt x="1926538" y="1866561"/>
                  <a:pt x="1953257" y="1908778"/>
                  <a:pt x="1988609" y="1938593"/>
                </a:cubicBezTo>
                <a:cubicBezTo>
                  <a:pt x="2005052" y="1952578"/>
                  <a:pt x="2023344" y="1963660"/>
                  <a:pt x="2043179" y="1971443"/>
                </a:cubicBezTo>
                <a:cubicBezTo>
                  <a:pt x="2052530" y="1975137"/>
                  <a:pt x="2062088" y="1978304"/>
                  <a:pt x="2071748" y="1980810"/>
                </a:cubicBezTo>
                <a:cubicBezTo>
                  <a:pt x="2111416" y="1996905"/>
                  <a:pt x="2146871" y="2025797"/>
                  <a:pt x="2170096" y="2065507"/>
                </a:cubicBezTo>
                <a:cubicBezTo>
                  <a:pt x="2198511" y="2113925"/>
                  <a:pt x="2201389" y="2171082"/>
                  <a:pt x="2185023" y="2223127"/>
                </a:cubicBezTo>
                <a:lnTo>
                  <a:pt x="2147581" y="2294203"/>
                </a:lnTo>
                <a:lnTo>
                  <a:pt x="1979837" y="2391035"/>
                </a:lnTo>
                <a:cubicBezTo>
                  <a:pt x="1859488" y="2460554"/>
                  <a:pt x="1710846" y="2460554"/>
                  <a:pt x="1590091" y="2391035"/>
                </a:cubicBezTo>
                <a:lnTo>
                  <a:pt x="869894" y="1975292"/>
                </a:lnTo>
                <a:cubicBezTo>
                  <a:pt x="749275" y="1905428"/>
                  <a:pt x="675089" y="1776943"/>
                  <a:pt x="675089" y="1637674"/>
                </a:cubicBezTo>
                <a:lnTo>
                  <a:pt x="675089" y="1534312"/>
                </a:lnTo>
                <a:cubicBezTo>
                  <a:pt x="675089" y="1422002"/>
                  <a:pt x="583575" y="1316804"/>
                  <a:pt x="471214" y="1317722"/>
                </a:cubicBezTo>
                <a:cubicBezTo>
                  <a:pt x="425051" y="1318066"/>
                  <a:pt x="382543" y="1334242"/>
                  <a:pt x="348699" y="1360627"/>
                </a:cubicBezTo>
                <a:cubicBezTo>
                  <a:pt x="341524" y="1367740"/>
                  <a:pt x="334079" y="1374508"/>
                  <a:pt x="326362" y="1380818"/>
                </a:cubicBezTo>
                <a:cubicBezTo>
                  <a:pt x="309576" y="1393781"/>
                  <a:pt x="290623" y="1403991"/>
                  <a:pt x="270452" y="1411448"/>
                </a:cubicBezTo>
                <a:cubicBezTo>
                  <a:pt x="226997" y="1427050"/>
                  <a:pt x="176772" y="1429115"/>
                  <a:pt x="124382" y="1408121"/>
                </a:cubicBezTo>
                <a:cubicBezTo>
                  <a:pt x="68201" y="1385407"/>
                  <a:pt x="23528" y="1336651"/>
                  <a:pt x="7689" y="1278029"/>
                </a:cubicBezTo>
                <a:cubicBezTo>
                  <a:pt x="-29269" y="1142202"/>
                  <a:pt x="72127" y="1019338"/>
                  <a:pt x="202223" y="1019338"/>
                </a:cubicBezTo>
                <a:cubicBezTo>
                  <a:pt x="226049" y="1019338"/>
                  <a:pt x="249063" y="1023582"/>
                  <a:pt x="270452" y="1031383"/>
                </a:cubicBezTo>
                <a:cubicBezTo>
                  <a:pt x="290352" y="1038496"/>
                  <a:pt x="308899" y="1048706"/>
                  <a:pt x="325415" y="1061440"/>
                </a:cubicBezTo>
                <a:cubicBezTo>
                  <a:pt x="333808" y="1067979"/>
                  <a:pt x="341795" y="1075435"/>
                  <a:pt x="349241" y="1083236"/>
                </a:cubicBezTo>
                <a:cubicBezTo>
                  <a:pt x="383085" y="1109277"/>
                  <a:pt x="425322" y="1125109"/>
                  <a:pt x="471485" y="1125453"/>
                </a:cubicBezTo>
                <a:cubicBezTo>
                  <a:pt x="585741" y="1125682"/>
                  <a:pt x="674412" y="1023353"/>
                  <a:pt x="674412" y="908863"/>
                </a:cubicBezTo>
                <a:lnTo>
                  <a:pt x="674412" y="805501"/>
                </a:lnTo>
                <a:cubicBezTo>
                  <a:pt x="674412" y="666232"/>
                  <a:pt x="748598" y="537402"/>
                  <a:pt x="869353" y="467883"/>
                </a:cubicBezTo>
                <a:lnTo>
                  <a:pt x="1589414" y="52140"/>
                </a:lnTo>
                <a:cubicBezTo>
                  <a:pt x="1649657" y="17380"/>
                  <a:pt x="1716938" y="0"/>
                  <a:pt x="1784237" y="0"/>
                </a:cubicBezTo>
                <a:close/>
              </a:path>
            </a:pathLst>
          </a:custGeom>
          <a:solidFill>
            <a:srgbClr val="F3774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sz="105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5803166-8A4E-4E95-84C8-1B17587A7802}"/>
              </a:ext>
            </a:extLst>
          </p:cNvPr>
          <p:cNvSpPr/>
          <p:nvPr/>
        </p:nvSpPr>
        <p:spPr>
          <a:xfrm>
            <a:off x="6103358" y="2388176"/>
            <a:ext cx="2038176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en-US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</a:t>
            </a:r>
            <a:endParaRPr lang="en-US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ctr"/>
            <a:r>
              <a:rPr lang="en-US" sz="1400" dirty="0" smtClean="0"/>
              <a:t>Python</a:t>
            </a:r>
          </a:p>
          <a:p>
            <a:pPr lvl="0" algn="ctr"/>
            <a:r>
              <a:rPr lang="en-US" sz="1400" dirty="0" err="1" smtClean="0"/>
              <a:t>TensorFlow</a:t>
            </a:r>
            <a:endParaRPr lang="en-US" sz="1400" dirty="0"/>
          </a:p>
        </p:txBody>
      </p:sp>
      <p:sp>
        <p:nvSpPr>
          <p:cNvPr id="6" name="Shape">
            <a:extLst>
              <a:ext uri="{FF2B5EF4-FFF2-40B4-BE49-F238E27FC236}">
                <a16:creationId xmlns="" xmlns:a16="http://schemas.microsoft.com/office/drawing/2014/main" id="{57409C92-C38D-4660-A4E6-1525B364E427}"/>
              </a:ext>
            </a:extLst>
          </p:cNvPr>
          <p:cNvSpPr/>
          <p:nvPr/>
        </p:nvSpPr>
        <p:spPr>
          <a:xfrm>
            <a:off x="7122446" y="3342285"/>
            <a:ext cx="2219772" cy="2794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81" extrusionOk="0">
                <a:moveTo>
                  <a:pt x="21597" y="15080"/>
                </a:moveTo>
                <a:lnTo>
                  <a:pt x="21600" y="8777"/>
                </a:lnTo>
                <a:cubicBezTo>
                  <a:pt x="21600" y="7721"/>
                  <a:pt x="20878" y="6745"/>
                  <a:pt x="19704" y="6218"/>
                </a:cubicBezTo>
                <a:lnTo>
                  <a:pt x="12699" y="3064"/>
                </a:lnTo>
                <a:cubicBezTo>
                  <a:pt x="11525" y="2535"/>
                  <a:pt x="10081" y="2535"/>
                  <a:pt x="8907" y="3062"/>
                </a:cubicBezTo>
                <a:lnTo>
                  <a:pt x="8037" y="3453"/>
                </a:lnTo>
                <a:cubicBezTo>
                  <a:pt x="7074" y="3885"/>
                  <a:pt x="5779" y="3692"/>
                  <a:pt x="5226" y="2940"/>
                </a:cubicBezTo>
                <a:cubicBezTo>
                  <a:pt x="5003" y="2636"/>
                  <a:pt x="4930" y="2298"/>
                  <a:pt x="4988" y="1976"/>
                </a:cubicBezTo>
                <a:cubicBezTo>
                  <a:pt x="5018" y="1898"/>
                  <a:pt x="5039" y="1818"/>
                  <a:pt x="5054" y="1736"/>
                </a:cubicBezTo>
                <a:cubicBezTo>
                  <a:pt x="5081" y="1580"/>
                  <a:pt x="5078" y="1420"/>
                  <a:pt x="5042" y="1261"/>
                </a:cubicBezTo>
                <a:cubicBezTo>
                  <a:pt x="5003" y="1091"/>
                  <a:pt x="4927" y="924"/>
                  <a:pt x="4813" y="767"/>
                </a:cubicBezTo>
                <a:cubicBezTo>
                  <a:pt x="4182" y="-87"/>
                  <a:pt x="2651" y="-287"/>
                  <a:pt x="1685" y="470"/>
                </a:cubicBezTo>
                <a:cubicBezTo>
                  <a:pt x="1268" y="797"/>
                  <a:pt x="1075" y="1275"/>
                  <a:pt x="1156" y="1729"/>
                </a:cubicBezTo>
                <a:cubicBezTo>
                  <a:pt x="1235" y="2154"/>
                  <a:pt x="1495" y="2474"/>
                  <a:pt x="1839" y="2700"/>
                </a:cubicBezTo>
                <a:cubicBezTo>
                  <a:pt x="1999" y="2806"/>
                  <a:pt x="2177" y="2890"/>
                  <a:pt x="2370" y="2949"/>
                </a:cubicBezTo>
                <a:cubicBezTo>
                  <a:pt x="2461" y="2977"/>
                  <a:pt x="2554" y="3001"/>
                  <a:pt x="2648" y="3020"/>
                </a:cubicBezTo>
                <a:cubicBezTo>
                  <a:pt x="3034" y="3142"/>
                  <a:pt x="3379" y="3361"/>
                  <a:pt x="3605" y="3662"/>
                </a:cubicBezTo>
                <a:cubicBezTo>
                  <a:pt x="4158" y="4396"/>
                  <a:pt x="3717" y="5395"/>
                  <a:pt x="2772" y="5819"/>
                </a:cubicBezTo>
                <a:lnTo>
                  <a:pt x="1902" y="6209"/>
                </a:lnTo>
                <a:cubicBezTo>
                  <a:pt x="728" y="6736"/>
                  <a:pt x="6" y="7712"/>
                  <a:pt x="3" y="8768"/>
                </a:cubicBezTo>
                <a:lnTo>
                  <a:pt x="0" y="15071"/>
                </a:lnTo>
                <a:cubicBezTo>
                  <a:pt x="0" y="16127"/>
                  <a:pt x="722" y="17103"/>
                  <a:pt x="1896" y="17630"/>
                </a:cubicBezTo>
                <a:lnTo>
                  <a:pt x="8901" y="20784"/>
                </a:lnTo>
                <a:cubicBezTo>
                  <a:pt x="10075" y="21313"/>
                  <a:pt x="11519" y="21313"/>
                  <a:pt x="12693" y="20786"/>
                </a:cubicBezTo>
                <a:lnTo>
                  <a:pt x="19704" y="17637"/>
                </a:lnTo>
                <a:cubicBezTo>
                  <a:pt x="20875" y="17110"/>
                  <a:pt x="21597" y="16134"/>
                  <a:pt x="21597" y="15080"/>
                </a:cubicBezTo>
                <a:close/>
              </a:path>
            </a:pathLst>
          </a:custGeom>
          <a:solidFill>
            <a:srgbClr val="2DBAA7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lt1"/>
              </a:solidFill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="" xmlns:a16="http://schemas.microsoft.com/office/drawing/2014/main" id="{E390FF37-D79D-4F85-8AD4-A3B48CEC19CD}"/>
              </a:ext>
            </a:extLst>
          </p:cNvPr>
          <p:cNvSpPr/>
          <p:nvPr/>
        </p:nvSpPr>
        <p:spPr>
          <a:xfrm>
            <a:off x="4888403" y="3683597"/>
            <a:ext cx="2894864" cy="2443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4" h="21297" extrusionOk="0">
                <a:moveTo>
                  <a:pt x="1444" y="4079"/>
                </a:moveTo>
                <a:lnTo>
                  <a:pt x="6764" y="455"/>
                </a:lnTo>
                <a:cubicBezTo>
                  <a:pt x="7655" y="-151"/>
                  <a:pt x="8753" y="-151"/>
                  <a:pt x="9643" y="455"/>
                </a:cubicBezTo>
                <a:lnTo>
                  <a:pt x="14962" y="4079"/>
                </a:lnTo>
                <a:cubicBezTo>
                  <a:pt x="15854" y="4685"/>
                  <a:pt x="16402" y="5808"/>
                  <a:pt x="16402" y="7022"/>
                </a:cubicBezTo>
                <a:lnTo>
                  <a:pt x="16402" y="7923"/>
                </a:lnTo>
                <a:cubicBezTo>
                  <a:pt x="16402" y="8921"/>
                  <a:pt x="17057" y="9813"/>
                  <a:pt x="17901" y="9811"/>
                </a:cubicBezTo>
                <a:cubicBezTo>
                  <a:pt x="18242" y="9808"/>
                  <a:pt x="18554" y="9670"/>
                  <a:pt x="18804" y="9443"/>
                </a:cubicBezTo>
                <a:cubicBezTo>
                  <a:pt x="18859" y="9375"/>
                  <a:pt x="18918" y="9310"/>
                  <a:pt x="18980" y="9253"/>
                </a:cubicBezTo>
                <a:cubicBezTo>
                  <a:pt x="19102" y="9142"/>
                  <a:pt x="19239" y="9053"/>
                  <a:pt x="19386" y="8991"/>
                </a:cubicBezTo>
                <a:cubicBezTo>
                  <a:pt x="19544" y="8923"/>
                  <a:pt x="19714" y="8886"/>
                  <a:pt x="19890" y="8886"/>
                </a:cubicBezTo>
                <a:cubicBezTo>
                  <a:pt x="20851" y="8886"/>
                  <a:pt x="21600" y="9957"/>
                  <a:pt x="21327" y="11141"/>
                </a:cubicBezTo>
                <a:cubicBezTo>
                  <a:pt x="21210" y="11652"/>
                  <a:pt x="20880" y="12077"/>
                  <a:pt x="20465" y="12275"/>
                </a:cubicBezTo>
                <a:cubicBezTo>
                  <a:pt x="20078" y="12458"/>
                  <a:pt x="19707" y="12440"/>
                  <a:pt x="19386" y="12304"/>
                </a:cubicBezTo>
                <a:cubicBezTo>
                  <a:pt x="19237" y="12239"/>
                  <a:pt x="19097" y="12150"/>
                  <a:pt x="18973" y="12037"/>
                </a:cubicBezTo>
                <a:cubicBezTo>
                  <a:pt x="18916" y="11982"/>
                  <a:pt x="18861" y="11923"/>
                  <a:pt x="18808" y="11861"/>
                </a:cubicBezTo>
                <a:cubicBezTo>
                  <a:pt x="18558" y="11631"/>
                  <a:pt x="18244" y="11490"/>
                  <a:pt x="17903" y="11487"/>
                </a:cubicBezTo>
                <a:cubicBezTo>
                  <a:pt x="17073" y="11479"/>
                  <a:pt x="16397" y="12396"/>
                  <a:pt x="16397" y="13375"/>
                </a:cubicBezTo>
                <a:lnTo>
                  <a:pt x="16397" y="14276"/>
                </a:lnTo>
                <a:cubicBezTo>
                  <a:pt x="16397" y="15490"/>
                  <a:pt x="15849" y="16610"/>
                  <a:pt x="14958" y="17219"/>
                </a:cubicBezTo>
                <a:lnTo>
                  <a:pt x="9638" y="20843"/>
                </a:lnTo>
                <a:cubicBezTo>
                  <a:pt x="8746" y="21449"/>
                  <a:pt x="7648" y="21449"/>
                  <a:pt x="6759" y="20843"/>
                </a:cubicBezTo>
                <a:lnTo>
                  <a:pt x="1439" y="17219"/>
                </a:lnTo>
                <a:cubicBezTo>
                  <a:pt x="548" y="16613"/>
                  <a:pt x="0" y="15490"/>
                  <a:pt x="0" y="14276"/>
                </a:cubicBezTo>
                <a:lnTo>
                  <a:pt x="0" y="7027"/>
                </a:lnTo>
                <a:cubicBezTo>
                  <a:pt x="5" y="5808"/>
                  <a:pt x="555" y="4688"/>
                  <a:pt x="1444" y="4079"/>
                </a:cubicBezTo>
                <a:close/>
              </a:path>
            </a:pathLst>
          </a:custGeom>
          <a:solidFill>
            <a:srgbClr val="F1C50E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lt1"/>
              </a:solidFill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="" xmlns:a16="http://schemas.microsoft.com/office/drawing/2014/main" id="{1CCD446E-9BE2-4AC4-9E81-FBAF0CB4A244}"/>
              </a:ext>
            </a:extLst>
          </p:cNvPr>
          <p:cNvSpPr/>
          <p:nvPr/>
        </p:nvSpPr>
        <p:spPr>
          <a:xfrm>
            <a:off x="2685386" y="3683597"/>
            <a:ext cx="2894867" cy="2443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4" h="21297" extrusionOk="0">
                <a:moveTo>
                  <a:pt x="1444" y="4079"/>
                </a:moveTo>
                <a:lnTo>
                  <a:pt x="6764" y="455"/>
                </a:lnTo>
                <a:cubicBezTo>
                  <a:pt x="7655" y="-151"/>
                  <a:pt x="8753" y="-151"/>
                  <a:pt x="9643" y="455"/>
                </a:cubicBezTo>
                <a:lnTo>
                  <a:pt x="14962" y="4079"/>
                </a:lnTo>
                <a:cubicBezTo>
                  <a:pt x="15854" y="4685"/>
                  <a:pt x="16402" y="5808"/>
                  <a:pt x="16402" y="7022"/>
                </a:cubicBezTo>
                <a:lnTo>
                  <a:pt x="16402" y="7923"/>
                </a:lnTo>
                <a:cubicBezTo>
                  <a:pt x="16402" y="8921"/>
                  <a:pt x="17057" y="9813"/>
                  <a:pt x="17901" y="9811"/>
                </a:cubicBezTo>
                <a:cubicBezTo>
                  <a:pt x="18242" y="9808"/>
                  <a:pt x="18554" y="9670"/>
                  <a:pt x="18804" y="9443"/>
                </a:cubicBezTo>
                <a:cubicBezTo>
                  <a:pt x="18859" y="9375"/>
                  <a:pt x="18918" y="9310"/>
                  <a:pt x="18980" y="9253"/>
                </a:cubicBezTo>
                <a:cubicBezTo>
                  <a:pt x="19102" y="9142"/>
                  <a:pt x="19239" y="9053"/>
                  <a:pt x="19386" y="8991"/>
                </a:cubicBezTo>
                <a:cubicBezTo>
                  <a:pt x="19544" y="8923"/>
                  <a:pt x="19714" y="8886"/>
                  <a:pt x="19890" y="8886"/>
                </a:cubicBezTo>
                <a:cubicBezTo>
                  <a:pt x="20851" y="8886"/>
                  <a:pt x="21600" y="9957"/>
                  <a:pt x="21327" y="11141"/>
                </a:cubicBezTo>
                <a:cubicBezTo>
                  <a:pt x="21210" y="11652"/>
                  <a:pt x="20880" y="12077"/>
                  <a:pt x="20465" y="12275"/>
                </a:cubicBezTo>
                <a:cubicBezTo>
                  <a:pt x="20078" y="12458"/>
                  <a:pt x="19707" y="12440"/>
                  <a:pt x="19386" y="12304"/>
                </a:cubicBezTo>
                <a:cubicBezTo>
                  <a:pt x="19237" y="12239"/>
                  <a:pt x="19097" y="12150"/>
                  <a:pt x="18973" y="12037"/>
                </a:cubicBezTo>
                <a:cubicBezTo>
                  <a:pt x="18916" y="11982"/>
                  <a:pt x="18861" y="11923"/>
                  <a:pt x="18808" y="11861"/>
                </a:cubicBezTo>
                <a:cubicBezTo>
                  <a:pt x="18558" y="11631"/>
                  <a:pt x="18244" y="11490"/>
                  <a:pt x="17903" y="11487"/>
                </a:cubicBezTo>
                <a:cubicBezTo>
                  <a:pt x="17073" y="11479"/>
                  <a:pt x="16397" y="12396"/>
                  <a:pt x="16397" y="13375"/>
                </a:cubicBezTo>
                <a:lnTo>
                  <a:pt x="16397" y="14276"/>
                </a:lnTo>
                <a:cubicBezTo>
                  <a:pt x="16397" y="15490"/>
                  <a:pt x="15849" y="16610"/>
                  <a:pt x="14958" y="17219"/>
                </a:cubicBezTo>
                <a:lnTo>
                  <a:pt x="9638" y="20843"/>
                </a:lnTo>
                <a:cubicBezTo>
                  <a:pt x="8746" y="21449"/>
                  <a:pt x="7648" y="21449"/>
                  <a:pt x="6759" y="20843"/>
                </a:cubicBezTo>
                <a:lnTo>
                  <a:pt x="1439" y="17219"/>
                </a:lnTo>
                <a:cubicBezTo>
                  <a:pt x="548" y="16613"/>
                  <a:pt x="0" y="15490"/>
                  <a:pt x="0" y="14276"/>
                </a:cubicBezTo>
                <a:lnTo>
                  <a:pt x="0" y="7027"/>
                </a:lnTo>
                <a:cubicBezTo>
                  <a:pt x="5" y="5808"/>
                  <a:pt x="555" y="4688"/>
                  <a:pt x="1444" y="4079"/>
                </a:cubicBezTo>
                <a:close/>
              </a:path>
            </a:pathLst>
          </a:custGeom>
          <a:solidFill>
            <a:srgbClr val="28B9D4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l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C7AB649-561C-4882-A1F3-F1491F5A83C2}"/>
              </a:ext>
            </a:extLst>
          </p:cNvPr>
          <p:cNvSpPr/>
          <p:nvPr/>
        </p:nvSpPr>
        <p:spPr>
          <a:xfrm>
            <a:off x="5322827" y="4212687"/>
            <a:ext cx="1799620" cy="138499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Database Layers</a:t>
            </a:r>
            <a:endParaRPr lang="en-US" sz="2800" b="1" dirty="0">
              <a:solidFill>
                <a:schemeClr val="tx2">
                  <a:lumMod val="50000"/>
                </a:schemeClr>
              </a:solidFill>
            </a:endParaRPr>
          </a:p>
          <a:p>
            <a:pPr lvl="0" algn="ctr"/>
            <a:r>
              <a:rPr lang="en-US" sz="1400" dirty="0" smtClean="0">
                <a:solidFill>
                  <a:schemeClr val="tx2">
                    <a:lumMod val="50000"/>
                  </a:schemeClr>
                </a:solidFill>
              </a:rPr>
              <a:t>MySQL</a:t>
            </a:r>
          </a:p>
          <a:p>
            <a:pPr lvl="0" algn="ctr"/>
            <a:r>
              <a:rPr lang="en-US" sz="1400" dirty="0" smtClean="0">
                <a:solidFill>
                  <a:schemeClr val="tx2">
                    <a:lumMod val="50000"/>
                  </a:schemeClr>
                </a:solidFill>
              </a:rPr>
              <a:t>MongoDB</a:t>
            </a:r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B3166C3-0A80-48D6-B3D6-762A356B45F6}"/>
              </a:ext>
            </a:extLst>
          </p:cNvPr>
          <p:cNvSpPr/>
          <p:nvPr/>
        </p:nvSpPr>
        <p:spPr>
          <a:xfrm>
            <a:off x="2701861" y="4446507"/>
            <a:ext cx="2035880" cy="160043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en-US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&amp; ML Models</a:t>
            </a:r>
            <a:endParaRPr lang="en-US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ctr"/>
            <a:r>
              <a:rPr lang="en-US" sz="1400" dirty="0" smtClean="0"/>
              <a:t>LSTM</a:t>
            </a:r>
            <a:br>
              <a:rPr lang="en-US" sz="1400" dirty="0" smtClean="0"/>
            </a:br>
            <a:r>
              <a:rPr lang="en-US" sz="1400" dirty="0" err="1" smtClean="0"/>
              <a:t>TextVectoriza</a:t>
            </a:r>
            <a:endParaRPr lang="en-US" sz="1400" dirty="0" smtClean="0"/>
          </a:p>
          <a:p>
            <a:pPr lvl="0" algn="ctr"/>
            <a:r>
              <a:rPr lang="en-US" sz="1400" dirty="0" smtClean="0"/>
              <a:t>-</a:t>
            </a:r>
            <a:r>
              <a:rPr lang="en-US" sz="1400" dirty="0" err="1" smtClean="0"/>
              <a:t>tion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ACFA0A9-EE22-4680-A381-F10AEC4B8320}"/>
              </a:ext>
            </a:extLst>
          </p:cNvPr>
          <p:cNvSpPr/>
          <p:nvPr/>
        </p:nvSpPr>
        <p:spPr>
          <a:xfrm>
            <a:off x="7122447" y="3831518"/>
            <a:ext cx="2313654" cy="181588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en-US" sz="28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 &amp; Communication</a:t>
            </a:r>
            <a:endParaRPr lang="en-US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 algn="ctr"/>
            <a:r>
              <a:rPr lang="en-US" sz="1400" dirty="0" smtClean="0"/>
              <a:t>REST API</a:t>
            </a:r>
            <a:br>
              <a:rPr lang="en-US" sz="1400" dirty="0" smtClean="0"/>
            </a:br>
            <a:r>
              <a:rPr lang="en-US" sz="1400" dirty="0" smtClean="0"/>
              <a:t>JSON</a:t>
            </a:r>
            <a:endParaRPr lang="en-US" sz="1400" dirty="0"/>
          </a:p>
        </p:txBody>
      </p:sp>
      <p:sp>
        <p:nvSpPr>
          <p:cNvPr id="12" name="Freeform: Shape 64">
            <a:extLst>
              <a:ext uri="{FF2B5EF4-FFF2-40B4-BE49-F238E27FC236}">
                <a16:creationId xmlns="" xmlns:a16="http://schemas.microsoft.com/office/drawing/2014/main" id="{1CD2F996-28AE-45A4-8FF6-689D2DC9AED1}"/>
              </a:ext>
            </a:extLst>
          </p:cNvPr>
          <p:cNvSpPr/>
          <p:nvPr/>
        </p:nvSpPr>
        <p:spPr>
          <a:xfrm>
            <a:off x="3771381" y="1759884"/>
            <a:ext cx="2220390" cy="2794344"/>
          </a:xfrm>
          <a:custGeom>
            <a:avLst/>
            <a:gdLst>
              <a:gd name="connsiteX0" fmla="*/ 1111236 w 2220390"/>
              <a:gd name="connsiteY0" fmla="*/ 1 h 2794344"/>
              <a:gd name="connsiteX1" fmla="*/ 1306021 w 2220390"/>
              <a:gd name="connsiteY1" fmla="*/ 52455 h 2794344"/>
              <a:gd name="connsiteX2" fmla="*/ 2025798 w 2220390"/>
              <a:gd name="connsiteY2" fmla="*/ 468430 h 2794344"/>
              <a:gd name="connsiteX3" fmla="*/ 2220390 w 2220390"/>
              <a:gd name="connsiteY3" fmla="*/ 806042 h 2794344"/>
              <a:gd name="connsiteX4" fmla="*/ 2220292 w 2220390"/>
              <a:gd name="connsiteY4" fmla="*/ 938113 h 2794344"/>
              <a:gd name="connsiteX5" fmla="*/ 2210217 w 2220390"/>
              <a:gd name="connsiteY5" fmla="*/ 991049 h 2794344"/>
              <a:gd name="connsiteX6" fmla="*/ 2022930 w 2220390"/>
              <a:gd name="connsiteY6" fmla="*/ 1125464 h 2794344"/>
              <a:gd name="connsiteX7" fmla="*/ 1900686 w 2220390"/>
              <a:gd name="connsiteY7" fmla="*/ 1083247 h 2794344"/>
              <a:gd name="connsiteX8" fmla="*/ 1876860 w 2220390"/>
              <a:gd name="connsiteY8" fmla="*/ 1061451 h 2794344"/>
              <a:gd name="connsiteX9" fmla="*/ 1821897 w 2220390"/>
              <a:gd name="connsiteY9" fmla="*/ 1031394 h 2794344"/>
              <a:gd name="connsiteX10" fmla="*/ 1753668 w 2220390"/>
              <a:gd name="connsiteY10" fmla="*/ 1019349 h 2794344"/>
              <a:gd name="connsiteX11" fmla="*/ 1559134 w 2220390"/>
              <a:gd name="connsiteY11" fmla="*/ 1278040 h 2794344"/>
              <a:gd name="connsiteX12" fmla="*/ 1675827 w 2220390"/>
              <a:gd name="connsiteY12" fmla="*/ 1408132 h 2794344"/>
              <a:gd name="connsiteX13" fmla="*/ 1821897 w 2220390"/>
              <a:gd name="connsiteY13" fmla="*/ 1411459 h 2794344"/>
              <a:gd name="connsiteX14" fmla="*/ 1877807 w 2220390"/>
              <a:gd name="connsiteY14" fmla="*/ 1380829 h 2794344"/>
              <a:gd name="connsiteX15" fmla="*/ 1900144 w 2220390"/>
              <a:gd name="connsiteY15" fmla="*/ 1360638 h 2794344"/>
              <a:gd name="connsiteX16" fmla="*/ 2022659 w 2220390"/>
              <a:gd name="connsiteY16" fmla="*/ 1317733 h 2794344"/>
              <a:gd name="connsiteX17" fmla="*/ 2210480 w 2220390"/>
              <a:gd name="connsiteY17" fmla="*/ 1452971 h 2794344"/>
              <a:gd name="connsiteX18" fmla="*/ 2219875 w 2220390"/>
              <a:gd name="connsiteY18" fmla="*/ 1500579 h 2794344"/>
              <a:gd name="connsiteX19" fmla="*/ 2219773 w 2220390"/>
              <a:gd name="connsiteY19" fmla="*/ 1637600 h 2794344"/>
              <a:gd name="connsiteX20" fmla="*/ 2024564 w 2220390"/>
              <a:gd name="connsiteY20" fmla="*/ 1975212 h 2794344"/>
              <a:gd name="connsiteX21" fmla="*/ 1304171 w 2220390"/>
              <a:gd name="connsiteY21" fmla="*/ 2390664 h 2794344"/>
              <a:gd name="connsiteX22" fmla="*/ 914369 w 2220390"/>
              <a:gd name="connsiteY22" fmla="*/ 2390403 h 2794344"/>
              <a:gd name="connsiteX23" fmla="*/ 825040 w 2220390"/>
              <a:gd name="connsiteY23" fmla="*/ 2338814 h 2794344"/>
              <a:gd name="connsiteX24" fmla="*/ 590511 w 2220390"/>
              <a:gd name="connsiteY24" fmla="*/ 2347006 h 2794344"/>
              <a:gd name="connsiteX25" fmla="*/ 565573 w 2220390"/>
              <a:gd name="connsiteY25" fmla="*/ 2368589 h 2794344"/>
              <a:gd name="connsiteX26" fmla="*/ 544151 w 2220390"/>
              <a:gd name="connsiteY26" fmla="*/ 2397822 h 2794344"/>
              <a:gd name="connsiteX27" fmla="*/ 519962 w 2220390"/>
              <a:gd name="connsiteY27" fmla="*/ 2525347 h 2794344"/>
              <a:gd name="connsiteX28" fmla="*/ 526156 w 2220390"/>
              <a:gd name="connsiteY28" fmla="*/ 2554843 h 2794344"/>
              <a:gd name="connsiteX29" fmla="*/ 524910 w 2220390"/>
              <a:gd name="connsiteY29" fmla="*/ 2618443 h 2794344"/>
              <a:gd name="connsiteX30" fmla="*/ 478505 w 2220390"/>
              <a:gd name="connsiteY30" fmla="*/ 2715458 h 2794344"/>
              <a:gd name="connsiteX31" fmla="*/ 471922 w 2220390"/>
              <a:gd name="connsiteY31" fmla="*/ 2721628 h 2794344"/>
              <a:gd name="connsiteX32" fmla="*/ 469883 w 2220390"/>
              <a:gd name="connsiteY32" fmla="*/ 2724442 h 2794344"/>
              <a:gd name="connsiteX33" fmla="*/ 440275 w 2220390"/>
              <a:gd name="connsiteY33" fmla="*/ 2752177 h 2794344"/>
              <a:gd name="connsiteX34" fmla="*/ 269325 w 2220390"/>
              <a:gd name="connsiteY34" fmla="*/ 2788093 h 2794344"/>
              <a:gd name="connsiteX35" fmla="*/ 142681 w 2220390"/>
              <a:gd name="connsiteY35" fmla="*/ 2490315 h 2794344"/>
              <a:gd name="connsiteX36" fmla="*/ 187397 w 2220390"/>
              <a:gd name="connsiteY36" fmla="*/ 2437159 h 2794344"/>
              <a:gd name="connsiteX37" fmla="*/ 189709 w 2220390"/>
              <a:gd name="connsiteY37" fmla="*/ 2435750 h 2794344"/>
              <a:gd name="connsiteX38" fmla="*/ 196022 w 2220390"/>
              <a:gd name="connsiteY38" fmla="*/ 2428254 h 2794344"/>
              <a:gd name="connsiteX39" fmla="*/ 249383 w 2220390"/>
              <a:gd name="connsiteY39" fmla="*/ 2395662 h 2794344"/>
              <a:gd name="connsiteX40" fmla="*/ 280113 w 2220390"/>
              <a:gd name="connsiteY40" fmla="*/ 2385722 h 2794344"/>
              <a:gd name="connsiteX41" fmla="*/ 333469 w 2220390"/>
              <a:gd name="connsiteY41" fmla="*/ 2353240 h 2794344"/>
              <a:gd name="connsiteX42" fmla="*/ 369551 w 2220390"/>
              <a:gd name="connsiteY42" fmla="*/ 2309951 h 2794344"/>
              <a:gd name="connsiteX43" fmla="*/ 283922 w 2220390"/>
              <a:gd name="connsiteY43" fmla="*/ 2025756 h 2794344"/>
              <a:gd name="connsiteX44" fmla="*/ 194593 w 2220390"/>
              <a:gd name="connsiteY44" fmla="*/ 1974298 h 2794344"/>
              <a:gd name="connsiteX45" fmla="*/ 0 w 2220390"/>
              <a:gd name="connsiteY45" fmla="*/ 1636686 h 2794344"/>
              <a:gd name="connsiteX46" fmla="*/ 617 w 2220390"/>
              <a:gd name="connsiteY46" fmla="*/ 805128 h 2794344"/>
              <a:gd name="connsiteX47" fmla="*/ 195826 w 2220390"/>
              <a:gd name="connsiteY47" fmla="*/ 467516 h 2794344"/>
              <a:gd name="connsiteX48" fmla="*/ 916219 w 2220390"/>
              <a:gd name="connsiteY48" fmla="*/ 52063 h 2794344"/>
              <a:gd name="connsiteX49" fmla="*/ 1111236 w 2220390"/>
              <a:gd name="connsiteY49" fmla="*/ 1 h 2794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220390" h="2794344">
                <a:moveTo>
                  <a:pt x="1111236" y="1"/>
                </a:moveTo>
                <a:cubicBezTo>
                  <a:pt x="1178529" y="50"/>
                  <a:pt x="1245783" y="17518"/>
                  <a:pt x="1306021" y="52455"/>
                </a:cubicBezTo>
                <a:lnTo>
                  <a:pt x="2025798" y="468430"/>
                </a:lnTo>
                <a:cubicBezTo>
                  <a:pt x="2146274" y="538042"/>
                  <a:pt x="2220390" y="666687"/>
                  <a:pt x="2220390" y="806042"/>
                </a:cubicBezTo>
                <a:lnTo>
                  <a:pt x="2220292" y="938113"/>
                </a:lnTo>
                <a:lnTo>
                  <a:pt x="2210217" y="991049"/>
                </a:lnTo>
                <a:cubicBezTo>
                  <a:pt x="2179923" y="1068118"/>
                  <a:pt x="2108622" y="1125636"/>
                  <a:pt x="2022930" y="1125464"/>
                </a:cubicBezTo>
                <a:cubicBezTo>
                  <a:pt x="1976767" y="1125120"/>
                  <a:pt x="1934530" y="1109288"/>
                  <a:pt x="1900686" y="1083247"/>
                </a:cubicBezTo>
                <a:cubicBezTo>
                  <a:pt x="1893240" y="1075446"/>
                  <a:pt x="1885253" y="1067990"/>
                  <a:pt x="1876860" y="1061451"/>
                </a:cubicBezTo>
                <a:cubicBezTo>
                  <a:pt x="1860344" y="1048717"/>
                  <a:pt x="1841797" y="1038507"/>
                  <a:pt x="1821897" y="1031394"/>
                </a:cubicBezTo>
                <a:cubicBezTo>
                  <a:pt x="1800508" y="1023593"/>
                  <a:pt x="1777494" y="1019349"/>
                  <a:pt x="1753668" y="1019349"/>
                </a:cubicBezTo>
                <a:cubicBezTo>
                  <a:pt x="1623572" y="1019349"/>
                  <a:pt x="1522176" y="1142213"/>
                  <a:pt x="1559134" y="1278040"/>
                </a:cubicBezTo>
                <a:cubicBezTo>
                  <a:pt x="1574973" y="1336662"/>
                  <a:pt x="1619646" y="1385418"/>
                  <a:pt x="1675827" y="1408132"/>
                </a:cubicBezTo>
                <a:cubicBezTo>
                  <a:pt x="1728217" y="1429126"/>
                  <a:pt x="1778442" y="1427061"/>
                  <a:pt x="1821897" y="1411459"/>
                </a:cubicBezTo>
                <a:cubicBezTo>
                  <a:pt x="1842068" y="1404002"/>
                  <a:pt x="1861021" y="1393792"/>
                  <a:pt x="1877807" y="1380829"/>
                </a:cubicBezTo>
                <a:cubicBezTo>
                  <a:pt x="1885524" y="1374519"/>
                  <a:pt x="1892969" y="1367751"/>
                  <a:pt x="1900144" y="1360638"/>
                </a:cubicBezTo>
                <a:cubicBezTo>
                  <a:pt x="1933988" y="1334253"/>
                  <a:pt x="1976496" y="1318077"/>
                  <a:pt x="2022659" y="1317733"/>
                </a:cubicBezTo>
                <a:cubicBezTo>
                  <a:pt x="2106930" y="1317045"/>
                  <a:pt x="2179474" y="1376046"/>
                  <a:pt x="2210480" y="1452971"/>
                </a:cubicBezTo>
                <a:lnTo>
                  <a:pt x="2219875" y="1500579"/>
                </a:lnTo>
                <a:lnTo>
                  <a:pt x="2219773" y="1637600"/>
                </a:lnTo>
                <a:cubicBezTo>
                  <a:pt x="2219465" y="1776955"/>
                  <a:pt x="2145349" y="1905730"/>
                  <a:pt x="2024564" y="1975212"/>
                </a:cubicBezTo>
                <a:lnTo>
                  <a:pt x="1304171" y="2390664"/>
                </a:lnTo>
                <a:cubicBezTo>
                  <a:pt x="1183386" y="2460146"/>
                  <a:pt x="1035154" y="2460146"/>
                  <a:pt x="914369" y="2390403"/>
                </a:cubicBezTo>
                <a:lnTo>
                  <a:pt x="825040" y="2338814"/>
                </a:lnTo>
                <a:cubicBezTo>
                  <a:pt x="751952" y="2296694"/>
                  <a:pt x="656891" y="2301004"/>
                  <a:pt x="590511" y="2347006"/>
                </a:cubicBezTo>
                <a:lnTo>
                  <a:pt x="565573" y="2368589"/>
                </a:lnTo>
                <a:lnTo>
                  <a:pt x="544151" y="2397822"/>
                </a:lnTo>
                <a:cubicBezTo>
                  <a:pt x="521519" y="2437870"/>
                  <a:pt x="514079" y="2482851"/>
                  <a:pt x="519962" y="2525347"/>
                </a:cubicBezTo>
                <a:cubicBezTo>
                  <a:pt x="522765" y="2534999"/>
                  <a:pt x="524910" y="2544903"/>
                  <a:pt x="526156" y="2554843"/>
                </a:cubicBezTo>
                <a:cubicBezTo>
                  <a:pt x="529270" y="2575623"/>
                  <a:pt x="528648" y="2597339"/>
                  <a:pt x="524910" y="2618443"/>
                </a:cubicBezTo>
                <a:cubicBezTo>
                  <a:pt x="518863" y="2652665"/>
                  <a:pt x="504270" y="2686178"/>
                  <a:pt x="478505" y="2715458"/>
                </a:cubicBezTo>
                <a:lnTo>
                  <a:pt x="471922" y="2721628"/>
                </a:lnTo>
                <a:lnTo>
                  <a:pt x="469883" y="2724442"/>
                </a:lnTo>
                <a:cubicBezTo>
                  <a:pt x="461290" y="2734202"/>
                  <a:pt x="451454" y="2743492"/>
                  <a:pt x="440275" y="2752177"/>
                </a:cubicBezTo>
                <a:cubicBezTo>
                  <a:pt x="392475" y="2789660"/>
                  <a:pt x="328022" y="2803635"/>
                  <a:pt x="269325" y="2788093"/>
                </a:cubicBezTo>
                <a:cubicBezTo>
                  <a:pt x="133121" y="2752177"/>
                  <a:pt x="77611" y="2602896"/>
                  <a:pt x="142681" y="2490315"/>
                </a:cubicBezTo>
                <a:cubicBezTo>
                  <a:pt x="154811" y="2469419"/>
                  <a:pt x="170024" y="2451787"/>
                  <a:pt x="187397" y="2437159"/>
                </a:cubicBezTo>
                <a:lnTo>
                  <a:pt x="189709" y="2435750"/>
                </a:lnTo>
                <a:lnTo>
                  <a:pt x="196022" y="2428254"/>
                </a:lnTo>
                <a:cubicBezTo>
                  <a:pt x="212148" y="2414605"/>
                  <a:pt x="230143" y="2403405"/>
                  <a:pt x="249383" y="2395662"/>
                </a:cubicBezTo>
                <a:cubicBezTo>
                  <a:pt x="259315" y="2391628"/>
                  <a:pt x="269558" y="2388207"/>
                  <a:pt x="280113" y="2385722"/>
                </a:cubicBezTo>
                <a:lnTo>
                  <a:pt x="333469" y="2353240"/>
                </a:lnTo>
                <a:lnTo>
                  <a:pt x="369551" y="2309951"/>
                </a:lnTo>
                <a:cubicBezTo>
                  <a:pt x="427220" y="2210953"/>
                  <a:pt x="382915" y="2083222"/>
                  <a:pt x="283922" y="2025756"/>
                </a:cubicBezTo>
                <a:lnTo>
                  <a:pt x="194593" y="1974298"/>
                </a:lnTo>
                <a:cubicBezTo>
                  <a:pt x="74116" y="1904816"/>
                  <a:pt x="0" y="1776040"/>
                  <a:pt x="0" y="1636686"/>
                </a:cubicBezTo>
                <a:lnTo>
                  <a:pt x="617" y="805128"/>
                </a:lnTo>
                <a:cubicBezTo>
                  <a:pt x="925" y="665773"/>
                  <a:pt x="75041" y="536997"/>
                  <a:pt x="195826" y="467516"/>
                </a:cubicBezTo>
                <a:lnTo>
                  <a:pt x="916219" y="52063"/>
                </a:lnTo>
                <a:cubicBezTo>
                  <a:pt x="976612" y="17322"/>
                  <a:pt x="1043943" y="-48"/>
                  <a:pt x="1111236" y="1"/>
                </a:cubicBezTo>
                <a:close/>
              </a:path>
            </a:pathLst>
          </a:custGeom>
          <a:solidFill>
            <a:srgbClr val="323A45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sz="1050">
              <a:solidFill>
                <a:schemeClr val="l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9149E38-0B19-4F85-A83E-DB6943F406C3}"/>
              </a:ext>
            </a:extLst>
          </p:cNvPr>
          <p:cNvSpPr/>
          <p:nvPr/>
        </p:nvSpPr>
        <p:spPr>
          <a:xfrm>
            <a:off x="3771381" y="2388178"/>
            <a:ext cx="1730316" cy="95410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0" algn="ctr"/>
            <a:r>
              <a:rPr lang="en-US" sz="2800" b="1" dirty="0" smtClean="0">
                <a:solidFill>
                  <a:prstClr val="white"/>
                </a:solidFill>
              </a:rPr>
              <a:t>Frontend</a:t>
            </a:r>
            <a:endParaRPr lang="en-US" sz="2800" b="1" dirty="0">
              <a:solidFill>
                <a:prstClr val="white"/>
              </a:solidFill>
            </a:endParaRPr>
          </a:p>
          <a:p>
            <a:pPr lvl="0" algn="ctr"/>
            <a:r>
              <a:rPr lang="en-US" sz="1400" dirty="0" err="1" smtClean="0">
                <a:solidFill>
                  <a:prstClr val="white"/>
                </a:solidFill>
              </a:rPr>
              <a:t>Gradio</a:t>
            </a:r>
            <a:r>
              <a:rPr lang="en-US" sz="1400" dirty="0" smtClean="0">
                <a:solidFill>
                  <a:prstClr val="white"/>
                </a:solidFill>
              </a:rPr>
              <a:t> Interface       </a:t>
            </a:r>
          </a:p>
          <a:p>
            <a:pPr lvl="0" algn="ctr"/>
            <a:endParaRPr lang="en-US" sz="1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48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58900"/>
          </a:xfrm>
        </p:spPr>
        <p:txBody>
          <a:bodyPr/>
          <a:lstStyle/>
          <a:p>
            <a:r>
              <a:rPr lang="en-US" dirty="0" smtClean="0"/>
              <a:t>External Interface Requirements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C8FD053-13CC-18B3-6A33-61D0F1B4E008}"/>
              </a:ext>
            </a:extLst>
          </p:cNvPr>
          <p:cNvSpPr txBox="1"/>
          <p:nvPr/>
        </p:nvSpPr>
        <p:spPr>
          <a:xfrm>
            <a:off x="254204" y="4479715"/>
            <a:ext cx="2942900" cy="40011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r"/>
            <a:r>
              <a:rPr lang="en-US" sz="2000" b="1" noProof="1"/>
              <a:t>Hardware Interfaces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8B51E93-BB5F-B07D-AD29-BE4F2CCADBBA}"/>
              </a:ext>
            </a:extLst>
          </p:cNvPr>
          <p:cNvSpPr txBox="1"/>
          <p:nvPr/>
        </p:nvSpPr>
        <p:spPr>
          <a:xfrm>
            <a:off x="800508" y="5110858"/>
            <a:ext cx="2396596" cy="83099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just"/>
            <a:r>
              <a: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 Requires a cloud or on-premise server for hosting backend services and processing high-volume data efficiently.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C2F46DB-F0F4-80C5-210B-165BA8C91A47}"/>
              </a:ext>
            </a:extLst>
          </p:cNvPr>
          <p:cNvSpPr txBox="1"/>
          <p:nvPr/>
        </p:nvSpPr>
        <p:spPr>
          <a:xfrm>
            <a:off x="7529035" y="1866941"/>
            <a:ext cx="2396596" cy="40011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r>
              <a:rPr lang="en-US" sz="2000" b="1" noProof="1"/>
              <a:t>User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19EF46E-9A10-165D-824F-9037EF1083D6}"/>
              </a:ext>
            </a:extLst>
          </p:cNvPr>
          <p:cNvSpPr txBox="1"/>
          <p:nvPr/>
        </p:nvSpPr>
        <p:spPr>
          <a:xfrm>
            <a:off x="7529035" y="2493211"/>
            <a:ext cx="2396596" cy="64633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Web dashboard for users to interact with the system, visualize data, and manage inputs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6DC2BE01-219A-B624-885E-CC0C0139611D}"/>
              </a:ext>
            </a:extLst>
          </p:cNvPr>
          <p:cNvGrpSpPr/>
          <p:nvPr/>
        </p:nvGrpSpPr>
        <p:grpSpPr>
          <a:xfrm flipH="1">
            <a:off x="2650800" y="4287021"/>
            <a:ext cx="3404509" cy="2269673"/>
            <a:chOff x="5869033" y="3373484"/>
            <a:chExt cx="3404509" cy="2269673"/>
          </a:xfrm>
        </p:grpSpPr>
        <p:sp>
          <p:nvSpPr>
            <p:cNvPr id="9" name="Freeform: Shape 11">
              <a:extLst>
                <a:ext uri="{FF2B5EF4-FFF2-40B4-BE49-F238E27FC236}">
                  <a16:creationId xmlns="" xmlns:a16="http://schemas.microsoft.com/office/drawing/2014/main" id="{59CB9419-5FFC-F437-69F7-2DFAEEAC66F1}"/>
                </a:ext>
              </a:extLst>
            </p:cNvPr>
            <p:cNvSpPr/>
            <p:nvPr/>
          </p:nvSpPr>
          <p:spPr>
            <a:xfrm>
              <a:off x="5869033" y="3373484"/>
              <a:ext cx="3404509" cy="2269673"/>
            </a:xfrm>
            <a:custGeom>
              <a:avLst/>
              <a:gdLst>
                <a:gd name="connsiteX0" fmla="*/ 1371600 w 4114800"/>
                <a:gd name="connsiteY0" fmla="*/ 548640 h 2743200"/>
                <a:gd name="connsiteX1" fmla="*/ 548640 w 4114800"/>
                <a:gd name="connsiteY1" fmla="*/ 1371600 h 2743200"/>
                <a:gd name="connsiteX2" fmla="*/ 1371600 w 4114800"/>
                <a:gd name="connsiteY2" fmla="*/ 2194560 h 2743200"/>
                <a:gd name="connsiteX3" fmla="*/ 2194560 w 4114800"/>
                <a:gd name="connsiteY3" fmla="*/ 1371600 h 2743200"/>
                <a:gd name="connsiteX4" fmla="*/ 1371600 w 4114800"/>
                <a:gd name="connsiteY4" fmla="*/ 548640 h 2743200"/>
                <a:gd name="connsiteX5" fmla="*/ 1371600 w 4114800"/>
                <a:gd name="connsiteY5" fmla="*/ 0 h 2743200"/>
                <a:gd name="connsiteX6" fmla="*/ 2743200 w 4114800"/>
                <a:gd name="connsiteY6" fmla="*/ 1371600 h 2743200"/>
                <a:gd name="connsiteX7" fmla="*/ 2508953 w 4114800"/>
                <a:gd name="connsiteY7" fmla="*/ 2138475 h 2743200"/>
                <a:gd name="connsiteX8" fmla="*/ 2467013 w 4114800"/>
                <a:gd name="connsiteY8" fmla="*/ 2194560 h 2743200"/>
                <a:gd name="connsiteX9" fmla="*/ 3889468 w 4114800"/>
                <a:gd name="connsiteY9" fmla="*/ 2194560 h 2743200"/>
                <a:gd name="connsiteX10" fmla="*/ 4114800 w 4114800"/>
                <a:gd name="connsiteY10" fmla="*/ 2468880 h 2743200"/>
                <a:gd name="connsiteX11" fmla="*/ 3889468 w 4114800"/>
                <a:gd name="connsiteY11" fmla="*/ 2743200 h 2743200"/>
                <a:gd name="connsiteX12" fmla="*/ 1371600 w 4114800"/>
                <a:gd name="connsiteY12" fmla="*/ 2743200 h 2743200"/>
                <a:gd name="connsiteX13" fmla="*/ 0 w 4114800"/>
                <a:gd name="connsiteY13" fmla="*/ 1371600 h 2743200"/>
                <a:gd name="connsiteX14" fmla="*/ 1371600 w 4114800"/>
                <a:gd name="connsiteY1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800" h="2743200">
                  <a:moveTo>
                    <a:pt x="1371600" y="548640"/>
                  </a:moveTo>
                  <a:cubicBezTo>
                    <a:pt x="917092" y="548640"/>
                    <a:pt x="548640" y="917092"/>
                    <a:pt x="548640" y="1371600"/>
                  </a:cubicBezTo>
                  <a:cubicBezTo>
                    <a:pt x="548640" y="1826108"/>
                    <a:pt x="917092" y="2194560"/>
                    <a:pt x="1371600" y="2194560"/>
                  </a:cubicBezTo>
                  <a:cubicBezTo>
                    <a:pt x="1826108" y="2194560"/>
                    <a:pt x="2194560" y="1826108"/>
                    <a:pt x="2194560" y="1371600"/>
                  </a:cubicBezTo>
                  <a:cubicBezTo>
                    <a:pt x="2194560" y="917092"/>
                    <a:pt x="1826108" y="548640"/>
                    <a:pt x="1371600" y="548640"/>
                  </a:cubicBezTo>
                  <a:close/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1655668"/>
                    <a:pt x="2656844" y="1919566"/>
                    <a:pt x="2508953" y="2138475"/>
                  </a:cubicBezTo>
                  <a:lnTo>
                    <a:pt x="2467013" y="2194560"/>
                  </a:lnTo>
                  <a:lnTo>
                    <a:pt x="3889468" y="2194560"/>
                  </a:lnTo>
                  <a:lnTo>
                    <a:pt x="4114800" y="2468880"/>
                  </a:lnTo>
                  <a:lnTo>
                    <a:pt x="3889468" y="2743200"/>
                  </a:lnTo>
                  <a:lnTo>
                    <a:pt x="1371600" y="2743200"/>
                  </a:ln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="" xmlns:a16="http://schemas.microsoft.com/office/drawing/2014/main" id="{56DBF082-5ECB-13A6-021B-5A14E430E035}"/>
                </a:ext>
              </a:extLst>
            </p:cNvPr>
            <p:cNvSpPr/>
            <p:nvPr/>
          </p:nvSpPr>
          <p:spPr>
            <a:xfrm>
              <a:off x="7004957" y="4612821"/>
              <a:ext cx="1125843" cy="576402"/>
            </a:xfrm>
            <a:custGeom>
              <a:avLst/>
              <a:gdLst>
                <a:gd name="connsiteX0" fmla="*/ 669281 w 1125843"/>
                <a:gd name="connsiteY0" fmla="*/ 0 h 576402"/>
                <a:gd name="connsiteX1" fmla="*/ 1125843 w 1125843"/>
                <a:gd name="connsiteY1" fmla="*/ 0 h 576402"/>
                <a:gd name="connsiteX2" fmla="*/ 1120673 w 1125843"/>
                <a:gd name="connsiteY2" fmla="*/ 68324 h 576402"/>
                <a:gd name="connsiteX3" fmla="*/ 939937 w 1125843"/>
                <a:gd name="connsiteY3" fmla="*/ 529998 h 576402"/>
                <a:gd name="connsiteX4" fmla="*/ 905237 w 1125843"/>
                <a:gd name="connsiteY4" fmla="*/ 576402 h 576402"/>
                <a:gd name="connsiteX5" fmla="*/ 0 w 1125843"/>
                <a:gd name="connsiteY5" fmla="*/ 576402 h 576402"/>
                <a:gd name="connsiteX6" fmla="*/ 0 w 1125843"/>
                <a:gd name="connsiteY6" fmla="*/ 576293 h 576402"/>
                <a:gd name="connsiteX7" fmla="*/ 136139 w 1125843"/>
                <a:gd name="connsiteY7" fmla="*/ 562569 h 576402"/>
                <a:gd name="connsiteX8" fmla="*/ 136164 w 1125843"/>
                <a:gd name="connsiteY8" fmla="*/ 562561 h 576402"/>
                <a:gd name="connsiteX9" fmla="*/ 233030 w 1125843"/>
                <a:gd name="connsiteY9" fmla="*/ 535085 h 576402"/>
                <a:gd name="connsiteX10" fmla="*/ 251364 w 1125843"/>
                <a:gd name="connsiteY10" fmla="*/ 526801 h 576402"/>
                <a:gd name="connsiteX11" fmla="*/ 263951 w 1125843"/>
                <a:gd name="connsiteY11" fmla="*/ 522894 h 576402"/>
                <a:gd name="connsiteX12" fmla="*/ 283523 w 1125843"/>
                <a:gd name="connsiteY12" fmla="*/ 512271 h 576402"/>
                <a:gd name="connsiteX13" fmla="*/ 323471 w 1125843"/>
                <a:gd name="connsiteY13" fmla="*/ 494221 h 576402"/>
                <a:gd name="connsiteX14" fmla="*/ 360500 w 1125843"/>
                <a:gd name="connsiteY14" fmla="*/ 470489 h 576402"/>
                <a:gd name="connsiteX15" fmla="*/ 379612 w 1125843"/>
                <a:gd name="connsiteY15" fmla="*/ 460115 h 576402"/>
                <a:gd name="connsiteX16" fmla="*/ 389794 w 1125843"/>
                <a:gd name="connsiteY16" fmla="*/ 451714 h 576402"/>
                <a:gd name="connsiteX17" fmla="*/ 406307 w 1125843"/>
                <a:gd name="connsiteY17" fmla="*/ 441131 h 576402"/>
                <a:gd name="connsiteX18" fmla="*/ 480357 w 1125843"/>
                <a:gd name="connsiteY18" fmla="*/ 376993 h 576402"/>
                <a:gd name="connsiteX19" fmla="*/ 480384 w 1125843"/>
                <a:gd name="connsiteY19" fmla="*/ 376971 h 576402"/>
                <a:gd name="connsiteX20" fmla="*/ 480408 w 1125843"/>
                <a:gd name="connsiteY20" fmla="*/ 376942 h 576402"/>
                <a:gd name="connsiteX21" fmla="*/ 544543 w 1125843"/>
                <a:gd name="connsiteY21" fmla="*/ 302895 h 576402"/>
                <a:gd name="connsiteX22" fmla="*/ 555126 w 1125843"/>
                <a:gd name="connsiteY22" fmla="*/ 286382 h 576402"/>
                <a:gd name="connsiteX23" fmla="*/ 563528 w 1125843"/>
                <a:gd name="connsiteY23" fmla="*/ 276199 h 576402"/>
                <a:gd name="connsiteX24" fmla="*/ 573903 w 1125843"/>
                <a:gd name="connsiteY24" fmla="*/ 257085 h 576402"/>
                <a:gd name="connsiteX25" fmla="*/ 597633 w 1125843"/>
                <a:gd name="connsiteY25" fmla="*/ 220058 h 576402"/>
                <a:gd name="connsiteX26" fmla="*/ 615682 w 1125843"/>
                <a:gd name="connsiteY26" fmla="*/ 180112 h 576402"/>
                <a:gd name="connsiteX27" fmla="*/ 626307 w 1125843"/>
                <a:gd name="connsiteY27" fmla="*/ 160538 h 576402"/>
                <a:gd name="connsiteX28" fmla="*/ 630214 w 1125843"/>
                <a:gd name="connsiteY28" fmla="*/ 147949 h 576402"/>
                <a:gd name="connsiteX29" fmla="*/ 638498 w 1125843"/>
                <a:gd name="connsiteY29" fmla="*/ 129617 h 576402"/>
                <a:gd name="connsiteX30" fmla="*/ 665974 w 1125843"/>
                <a:gd name="connsiteY30" fmla="*/ 32750 h 576402"/>
                <a:gd name="connsiteX31" fmla="*/ 665982 w 1125843"/>
                <a:gd name="connsiteY31" fmla="*/ 32726 h 57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5843" h="576402">
                  <a:moveTo>
                    <a:pt x="669281" y="0"/>
                  </a:moveTo>
                  <a:lnTo>
                    <a:pt x="1125843" y="0"/>
                  </a:lnTo>
                  <a:lnTo>
                    <a:pt x="1120673" y="68324"/>
                  </a:lnTo>
                  <a:cubicBezTo>
                    <a:pt x="1094842" y="237378"/>
                    <a:pt x="1031709" y="394157"/>
                    <a:pt x="939937" y="529998"/>
                  </a:cubicBezTo>
                  <a:lnTo>
                    <a:pt x="905237" y="576402"/>
                  </a:lnTo>
                  <a:lnTo>
                    <a:pt x="0" y="576402"/>
                  </a:lnTo>
                  <a:lnTo>
                    <a:pt x="0" y="576293"/>
                  </a:lnTo>
                  <a:lnTo>
                    <a:pt x="136139" y="562569"/>
                  </a:lnTo>
                  <a:lnTo>
                    <a:pt x="136164" y="562561"/>
                  </a:lnTo>
                  <a:lnTo>
                    <a:pt x="233030" y="535085"/>
                  </a:lnTo>
                  <a:lnTo>
                    <a:pt x="251364" y="526801"/>
                  </a:lnTo>
                  <a:lnTo>
                    <a:pt x="263951" y="522894"/>
                  </a:lnTo>
                  <a:lnTo>
                    <a:pt x="283523" y="512271"/>
                  </a:lnTo>
                  <a:lnTo>
                    <a:pt x="323471" y="494221"/>
                  </a:lnTo>
                  <a:lnTo>
                    <a:pt x="360500" y="470489"/>
                  </a:lnTo>
                  <a:lnTo>
                    <a:pt x="379612" y="460115"/>
                  </a:lnTo>
                  <a:lnTo>
                    <a:pt x="389794" y="451714"/>
                  </a:lnTo>
                  <a:lnTo>
                    <a:pt x="406307" y="441131"/>
                  </a:lnTo>
                  <a:lnTo>
                    <a:pt x="480357" y="376993"/>
                  </a:lnTo>
                  <a:lnTo>
                    <a:pt x="480384" y="376971"/>
                  </a:lnTo>
                  <a:lnTo>
                    <a:pt x="480408" y="376942"/>
                  </a:lnTo>
                  <a:lnTo>
                    <a:pt x="544543" y="302895"/>
                  </a:lnTo>
                  <a:lnTo>
                    <a:pt x="555126" y="286382"/>
                  </a:lnTo>
                  <a:lnTo>
                    <a:pt x="563528" y="276199"/>
                  </a:lnTo>
                  <a:lnTo>
                    <a:pt x="573903" y="257085"/>
                  </a:lnTo>
                  <a:lnTo>
                    <a:pt x="597633" y="220058"/>
                  </a:lnTo>
                  <a:lnTo>
                    <a:pt x="615682" y="180112"/>
                  </a:lnTo>
                  <a:lnTo>
                    <a:pt x="626307" y="160538"/>
                  </a:lnTo>
                  <a:lnTo>
                    <a:pt x="630214" y="147949"/>
                  </a:lnTo>
                  <a:lnTo>
                    <a:pt x="638498" y="129617"/>
                  </a:lnTo>
                  <a:lnTo>
                    <a:pt x="665974" y="32750"/>
                  </a:lnTo>
                  <a:lnTo>
                    <a:pt x="665982" y="3272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0"/>
                  </a:schemeClr>
                </a:gs>
                <a:gs pos="64000">
                  <a:schemeClr val="tx1">
                    <a:alpha val="20000"/>
                  </a:schemeClr>
                </a:gs>
                <a:gs pos="73000">
                  <a:schemeClr val="tx1">
                    <a:alpha val="30000"/>
                  </a:schemeClr>
                </a:gs>
                <a:gs pos="100000">
                  <a:schemeClr val="tx1"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79FF632B-62A0-A9E7-09D0-E6583B2F3F29}"/>
              </a:ext>
            </a:extLst>
          </p:cNvPr>
          <p:cNvGrpSpPr/>
          <p:nvPr/>
        </p:nvGrpSpPr>
        <p:grpSpPr>
          <a:xfrm>
            <a:off x="5609688" y="4287020"/>
            <a:ext cx="3404509" cy="2269673"/>
            <a:chOff x="5869033" y="3373484"/>
            <a:chExt cx="3404509" cy="2269673"/>
          </a:xfrm>
        </p:grpSpPr>
        <p:sp>
          <p:nvSpPr>
            <p:cNvPr id="12" name="Freeform: Shape 14">
              <a:extLst>
                <a:ext uri="{FF2B5EF4-FFF2-40B4-BE49-F238E27FC236}">
                  <a16:creationId xmlns="" xmlns:a16="http://schemas.microsoft.com/office/drawing/2014/main" id="{AABA98FA-4998-1EA0-BB8E-3EA860D7CC46}"/>
                </a:ext>
              </a:extLst>
            </p:cNvPr>
            <p:cNvSpPr/>
            <p:nvPr/>
          </p:nvSpPr>
          <p:spPr>
            <a:xfrm>
              <a:off x="5869033" y="3373484"/>
              <a:ext cx="3404509" cy="2269673"/>
            </a:xfrm>
            <a:custGeom>
              <a:avLst/>
              <a:gdLst>
                <a:gd name="connsiteX0" fmla="*/ 1371600 w 4114800"/>
                <a:gd name="connsiteY0" fmla="*/ 548640 h 2743200"/>
                <a:gd name="connsiteX1" fmla="*/ 548640 w 4114800"/>
                <a:gd name="connsiteY1" fmla="*/ 1371600 h 2743200"/>
                <a:gd name="connsiteX2" fmla="*/ 1371600 w 4114800"/>
                <a:gd name="connsiteY2" fmla="*/ 2194560 h 2743200"/>
                <a:gd name="connsiteX3" fmla="*/ 2194560 w 4114800"/>
                <a:gd name="connsiteY3" fmla="*/ 1371600 h 2743200"/>
                <a:gd name="connsiteX4" fmla="*/ 1371600 w 4114800"/>
                <a:gd name="connsiteY4" fmla="*/ 548640 h 2743200"/>
                <a:gd name="connsiteX5" fmla="*/ 1371600 w 4114800"/>
                <a:gd name="connsiteY5" fmla="*/ 0 h 2743200"/>
                <a:gd name="connsiteX6" fmla="*/ 2743200 w 4114800"/>
                <a:gd name="connsiteY6" fmla="*/ 1371600 h 2743200"/>
                <a:gd name="connsiteX7" fmla="*/ 2508953 w 4114800"/>
                <a:gd name="connsiteY7" fmla="*/ 2138475 h 2743200"/>
                <a:gd name="connsiteX8" fmla="*/ 2467013 w 4114800"/>
                <a:gd name="connsiteY8" fmla="*/ 2194560 h 2743200"/>
                <a:gd name="connsiteX9" fmla="*/ 3889468 w 4114800"/>
                <a:gd name="connsiteY9" fmla="*/ 2194560 h 2743200"/>
                <a:gd name="connsiteX10" fmla="*/ 4114800 w 4114800"/>
                <a:gd name="connsiteY10" fmla="*/ 2468880 h 2743200"/>
                <a:gd name="connsiteX11" fmla="*/ 3889468 w 4114800"/>
                <a:gd name="connsiteY11" fmla="*/ 2743200 h 2743200"/>
                <a:gd name="connsiteX12" fmla="*/ 1371600 w 4114800"/>
                <a:gd name="connsiteY12" fmla="*/ 2743200 h 2743200"/>
                <a:gd name="connsiteX13" fmla="*/ 0 w 4114800"/>
                <a:gd name="connsiteY13" fmla="*/ 1371600 h 2743200"/>
                <a:gd name="connsiteX14" fmla="*/ 1371600 w 4114800"/>
                <a:gd name="connsiteY1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800" h="2743200">
                  <a:moveTo>
                    <a:pt x="1371600" y="548640"/>
                  </a:moveTo>
                  <a:cubicBezTo>
                    <a:pt x="917092" y="548640"/>
                    <a:pt x="548640" y="917092"/>
                    <a:pt x="548640" y="1371600"/>
                  </a:cubicBezTo>
                  <a:cubicBezTo>
                    <a:pt x="548640" y="1826108"/>
                    <a:pt x="917092" y="2194560"/>
                    <a:pt x="1371600" y="2194560"/>
                  </a:cubicBezTo>
                  <a:cubicBezTo>
                    <a:pt x="1826108" y="2194560"/>
                    <a:pt x="2194560" y="1826108"/>
                    <a:pt x="2194560" y="1371600"/>
                  </a:cubicBezTo>
                  <a:cubicBezTo>
                    <a:pt x="2194560" y="917092"/>
                    <a:pt x="1826108" y="548640"/>
                    <a:pt x="1371600" y="548640"/>
                  </a:cubicBezTo>
                  <a:close/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1655668"/>
                    <a:pt x="2656844" y="1919566"/>
                    <a:pt x="2508953" y="2138475"/>
                  </a:cubicBezTo>
                  <a:lnTo>
                    <a:pt x="2467013" y="2194560"/>
                  </a:lnTo>
                  <a:lnTo>
                    <a:pt x="3889468" y="2194560"/>
                  </a:lnTo>
                  <a:lnTo>
                    <a:pt x="4114800" y="2468880"/>
                  </a:lnTo>
                  <a:lnTo>
                    <a:pt x="3889468" y="2743200"/>
                  </a:lnTo>
                  <a:lnTo>
                    <a:pt x="1371600" y="2743200"/>
                  </a:ln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5">
              <a:extLst>
                <a:ext uri="{FF2B5EF4-FFF2-40B4-BE49-F238E27FC236}">
                  <a16:creationId xmlns="" xmlns:a16="http://schemas.microsoft.com/office/drawing/2014/main" id="{8E92B1EF-A5C4-B60E-64A9-DE7DE89DAA7F}"/>
                </a:ext>
              </a:extLst>
            </p:cNvPr>
            <p:cNvSpPr/>
            <p:nvPr/>
          </p:nvSpPr>
          <p:spPr>
            <a:xfrm>
              <a:off x="7004957" y="4612821"/>
              <a:ext cx="1125843" cy="576402"/>
            </a:xfrm>
            <a:custGeom>
              <a:avLst/>
              <a:gdLst>
                <a:gd name="connsiteX0" fmla="*/ 669281 w 1125843"/>
                <a:gd name="connsiteY0" fmla="*/ 0 h 576402"/>
                <a:gd name="connsiteX1" fmla="*/ 1125843 w 1125843"/>
                <a:gd name="connsiteY1" fmla="*/ 0 h 576402"/>
                <a:gd name="connsiteX2" fmla="*/ 1120673 w 1125843"/>
                <a:gd name="connsiteY2" fmla="*/ 68324 h 576402"/>
                <a:gd name="connsiteX3" fmla="*/ 939937 w 1125843"/>
                <a:gd name="connsiteY3" fmla="*/ 529998 h 576402"/>
                <a:gd name="connsiteX4" fmla="*/ 905237 w 1125843"/>
                <a:gd name="connsiteY4" fmla="*/ 576402 h 576402"/>
                <a:gd name="connsiteX5" fmla="*/ 0 w 1125843"/>
                <a:gd name="connsiteY5" fmla="*/ 576402 h 576402"/>
                <a:gd name="connsiteX6" fmla="*/ 0 w 1125843"/>
                <a:gd name="connsiteY6" fmla="*/ 576293 h 576402"/>
                <a:gd name="connsiteX7" fmla="*/ 136139 w 1125843"/>
                <a:gd name="connsiteY7" fmla="*/ 562569 h 576402"/>
                <a:gd name="connsiteX8" fmla="*/ 136164 w 1125843"/>
                <a:gd name="connsiteY8" fmla="*/ 562561 h 576402"/>
                <a:gd name="connsiteX9" fmla="*/ 233030 w 1125843"/>
                <a:gd name="connsiteY9" fmla="*/ 535085 h 576402"/>
                <a:gd name="connsiteX10" fmla="*/ 251364 w 1125843"/>
                <a:gd name="connsiteY10" fmla="*/ 526801 h 576402"/>
                <a:gd name="connsiteX11" fmla="*/ 263951 w 1125843"/>
                <a:gd name="connsiteY11" fmla="*/ 522894 h 576402"/>
                <a:gd name="connsiteX12" fmla="*/ 283523 w 1125843"/>
                <a:gd name="connsiteY12" fmla="*/ 512271 h 576402"/>
                <a:gd name="connsiteX13" fmla="*/ 323471 w 1125843"/>
                <a:gd name="connsiteY13" fmla="*/ 494221 h 576402"/>
                <a:gd name="connsiteX14" fmla="*/ 360500 w 1125843"/>
                <a:gd name="connsiteY14" fmla="*/ 470489 h 576402"/>
                <a:gd name="connsiteX15" fmla="*/ 379612 w 1125843"/>
                <a:gd name="connsiteY15" fmla="*/ 460115 h 576402"/>
                <a:gd name="connsiteX16" fmla="*/ 389794 w 1125843"/>
                <a:gd name="connsiteY16" fmla="*/ 451714 h 576402"/>
                <a:gd name="connsiteX17" fmla="*/ 406307 w 1125843"/>
                <a:gd name="connsiteY17" fmla="*/ 441131 h 576402"/>
                <a:gd name="connsiteX18" fmla="*/ 480357 w 1125843"/>
                <a:gd name="connsiteY18" fmla="*/ 376993 h 576402"/>
                <a:gd name="connsiteX19" fmla="*/ 480384 w 1125843"/>
                <a:gd name="connsiteY19" fmla="*/ 376971 h 576402"/>
                <a:gd name="connsiteX20" fmla="*/ 480408 w 1125843"/>
                <a:gd name="connsiteY20" fmla="*/ 376942 h 576402"/>
                <a:gd name="connsiteX21" fmla="*/ 544543 w 1125843"/>
                <a:gd name="connsiteY21" fmla="*/ 302895 h 576402"/>
                <a:gd name="connsiteX22" fmla="*/ 555126 w 1125843"/>
                <a:gd name="connsiteY22" fmla="*/ 286382 h 576402"/>
                <a:gd name="connsiteX23" fmla="*/ 563528 w 1125843"/>
                <a:gd name="connsiteY23" fmla="*/ 276199 h 576402"/>
                <a:gd name="connsiteX24" fmla="*/ 573903 w 1125843"/>
                <a:gd name="connsiteY24" fmla="*/ 257085 h 576402"/>
                <a:gd name="connsiteX25" fmla="*/ 597633 w 1125843"/>
                <a:gd name="connsiteY25" fmla="*/ 220058 h 576402"/>
                <a:gd name="connsiteX26" fmla="*/ 615682 w 1125843"/>
                <a:gd name="connsiteY26" fmla="*/ 180112 h 576402"/>
                <a:gd name="connsiteX27" fmla="*/ 626307 w 1125843"/>
                <a:gd name="connsiteY27" fmla="*/ 160538 h 576402"/>
                <a:gd name="connsiteX28" fmla="*/ 630214 w 1125843"/>
                <a:gd name="connsiteY28" fmla="*/ 147949 h 576402"/>
                <a:gd name="connsiteX29" fmla="*/ 638498 w 1125843"/>
                <a:gd name="connsiteY29" fmla="*/ 129617 h 576402"/>
                <a:gd name="connsiteX30" fmla="*/ 665974 w 1125843"/>
                <a:gd name="connsiteY30" fmla="*/ 32750 h 576402"/>
                <a:gd name="connsiteX31" fmla="*/ 665982 w 1125843"/>
                <a:gd name="connsiteY31" fmla="*/ 32726 h 57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5843" h="576402">
                  <a:moveTo>
                    <a:pt x="669281" y="0"/>
                  </a:moveTo>
                  <a:lnTo>
                    <a:pt x="1125843" y="0"/>
                  </a:lnTo>
                  <a:lnTo>
                    <a:pt x="1120673" y="68324"/>
                  </a:lnTo>
                  <a:cubicBezTo>
                    <a:pt x="1094842" y="237378"/>
                    <a:pt x="1031709" y="394157"/>
                    <a:pt x="939937" y="529998"/>
                  </a:cubicBezTo>
                  <a:lnTo>
                    <a:pt x="905237" y="576402"/>
                  </a:lnTo>
                  <a:lnTo>
                    <a:pt x="0" y="576402"/>
                  </a:lnTo>
                  <a:lnTo>
                    <a:pt x="0" y="576293"/>
                  </a:lnTo>
                  <a:lnTo>
                    <a:pt x="136139" y="562569"/>
                  </a:lnTo>
                  <a:lnTo>
                    <a:pt x="136164" y="562561"/>
                  </a:lnTo>
                  <a:lnTo>
                    <a:pt x="233030" y="535085"/>
                  </a:lnTo>
                  <a:lnTo>
                    <a:pt x="251364" y="526801"/>
                  </a:lnTo>
                  <a:lnTo>
                    <a:pt x="263951" y="522894"/>
                  </a:lnTo>
                  <a:lnTo>
                    <a:pt x="283523" y="512271"/>
                  </a:lnTo>
                  <a:lnTo>
                    <a:pt x="323471" y="494221"/>
                  </a:lnTo>
                  <a:lnTo>
                    <a:pt x="360500" y="470489"/>
                  </a:lnTo>
                  <a:lnTo>
                    <a:pt x="379612" y="460115"/>
                  </a:lnTo>
                  <a:lnTo>
                    <a:pt x="389794" y="451714"/>
                  </a:lnTo>
                  <a:lnTo>
                    <a:pt x="406307" y="441131"/>
                  </a:lnTo>
                  <a:lnTo>
                    <a:pt x="480357" y="376993"/>
                  </a:lnTo>
                  <a:lnTo>
                    <a:pt x="480384" y="376971"/>
                  </a:lnTo>
                  <a:lnTo>
                    <a:pt x="480408" y="376942"/>
                  </a:lnTo>
                  <a:lnTo>
                    <a:pt x="544543" y="302895"/>
                  </a:lnTo>
                  <a:lnTo>
                    <a:pt x="555126" y="286382"/>
                  </a:lnTo>
                  <a:lnTo>
                    <a:pt x="563528" y="276199"/>
                  </a:lnTo>
                  <a:lnTo>
                    <a:pt x="573903" y="257085"/>
                  </a:lnTo>
                  <a:lnTo>
                    <a:pt x="597633" y="220058"/>
                  </a:lnTo>
                  <a:lnTo>
                    <a:pt x="615682" y="180112"/>
                  </a:lnTo>
                  <a:lnTo>
                    <a:pt x="626307" y="160538"/>
                  </a:lnTo>
                  <a:lnTo>
                    <a:pt x="630214" y="147949"/>
                  </a:lnTo>
                  <a:lnTo>
                    <a:pt x="638498" y="129617"/>
                  </a:lnTo>
                  <a:lnTo>
                    <a:pt x="665974" y="32750"/>
                  </a:lnTo>
                  <a:lnTo>
                    <a:pt x="665982" y="3272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0"/>
                  </a:schemeClr>
                </a:gs>
                <a:gs pos="64000">
                  <a:schemeClr val="tx1">
                    <a:alpha val="20000"/>
                  </a:schemeClr>
                </a:gs>
                <a:gs pos="73000">
                  <a:schemeClr val="tx1">
                    <a:alpha val="30000"/>
                  </a:schemeClr>
                </a:gs>
                <a:gs pos="100000">
                  <a:schemeClr val="tx1"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CCD462F7-4D9E-E3EA-E369-C0D468B988DC}"/>
              </a:ext>
            </a:extLst>
          </p:cNvPr>
          <p:cNvGrpSpPr/>
          <p:nvPr/>
        </p:nvGrpSpPr>
        <p:grpSpPr>
          <a:xfrm rot="16200000">
            <a:off x="4130244" y="2139654"/>
            <a:ext cx="3404509" cy="2269673"/>
            <a:chOff x="5869033" y="3373484"/>
            <a:chExt cx="3404509" cy="2269673"/>
          </a:xfrm>
        </p:grpSpPr>
        <p:sp>
          <p:nvSpPr>
            <p:cNvPr id="15" name="Freeform: Shape 20">
              <a:extLst>
                <a:ext uri="{FF2B5EF4-FFF2-40B4-BE49-F238E27FC236}">
                  <a16:creationId xmlns="" xmlns:a16="http://schemas.microsoft.com/office/drawing/2014/main" id="{2D16E8D4-B319-959B-7F81-973F4B8C6E39}"/>
                </a:ext>
              </a:extLst>
            </p:cNvPr>
            <p:cNvSpPr/>
            <p:nvPr/>
          </p:nvSpPr>
          <p:spPr>
            <a:xfrm>
              <a:off x="5869033" y="3373484"/>
              <a:ext cx="3404509" cy="2269673"/>
            </a:xfrm>
            <a:custGeom>
              <a:avLst/>
              <a:gdLst>
                <a:gd name="connsiteX0" fmla="*/ 1371600 w 4114800"/>
                <a:gd name="connsiteY0" fmla="*/ 548640 h 2743200"/>
                <a:gd name="connsiteX1" fmla="*/ 548640 w 4114800"/>
                <a:gd name="connsiteY1" fmla="*/ 1371600 h 2743200"/>
                <a:gd name="connsiteX2" fmla="*/ 1371600 w 4114800"/>
                <a:gd name="connsiteY2" fmla="*/ 2194560 h 2743200"/>
                <a:gd name="connsiteX3" fmla="*/ 2194560 w 4114800"/>
                <a:gd name="connsiteY3" fmla="*/ 1371600 h 2743200"/>
                <a:gd name="connsiteX4" fmla="*/ 1371600 w 4114800"/>
                <a:gd name="connsiteY4" fmla="*/ 548640 h 2743200"/>
                <a:gd name="connsiteX5" fmla="*/ 1371600 w 4114800"/>
                <a:gd name="connsiteY5" fmla="*/ 0 h 2743200"/>
                <a:gd name="connsiteX6" fmla="*/ 2743200 w 4114800"/>
                <a:gd name="connsiteY6" fmla="*/ 1371600 h 2743200"/>
                <a:gd name="connsiteX7" fmla="*/ 2508953 w 4114800"/>
                <a:gd name="connsiteY7" fmla="*/ 2138475 h 2743200"/>
                <a:gd name="connsiteX8" fmla="*/ 2467013 w 4114800"/>
                <a:gd name="connsiteY8" fmla="*/ 2194560 h 2743200"/>
                <a:gd name="connsiteX9" fmla="*/ 3889468 w 4114800"/>
                <a:gd name="connsiteY9" fmla="*/ 2194560 h 2743200"/>
                <a:gd name="connsiteX10" fmla="*/ 4114800 w 4114800"/>
                <a:gd name="connsiteY10" fmla="*/ 2468880 h 2743200"/>
                <a:gd name="connsiteX11" fmla="*/ 3889468 w 4114800"/>
                <a:gd name="connsiteY11" fmla="*/ 2743200 h 2743200"/>
                <a:gd name="connsiteX12" fmla="*/ 1371600 w 4114800"/>
                <a:gd name="connsiteY12" fmla="*/ 2743200 h 2743200"/>
                <a:gd name="connsiteX13" fmla="*/ 0 w 4114800"/>
                <a:gd name="connsiteY13" fmla="*/ 1371600 h 2743200"/>
                <a:gd name="connsiteX14" fmla="*/ 1371600 w 4114800"/>
                <a:gd name="connsiteY14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4800" h="2743200">
                  <a:moveTo>
                    <a:pt x="1371600" y="548640"/>
                  </a:moveTo>
                  <a:cubicBezTo>
                    <a:pt x="917092" y="548640"/>
                    <a:pt x="548640" y="917092"/>
                    <a:pt x="548640" y="1371600"/>
                  </a:cubicBezTo>
                  <a:cubicBezTo>
                    <a:pt x="548640" y="1826108"/>
                    <a:pt x="917092" y="2194560"/>
                    <a:pt x="1371600" y="2194560"/>
                  </a:cubicBezTo>
                  <a:cubicBezTo>
                    <a:pt x="1826108" y="2194560"/>
                    <a:pt x="2194560" y="1826108"/>
                    <a:pt x="2194560" y="1371600"/>
                  </a:cubicBezTo>
                  <a:cubicBezTo>
                    <a:pt x="2194560" y="917092"/>
                    <a:pt x="1826108" y="548640"/>
                    <a:pt x="1371600" y="548640"/>
                  </a:cubicBezTo>
                  <a:close/>
                  <a:moveTo>
                    <a:pt x="1371600" y="0"/>
                  </a:moveTo>
                  <a:cubicBezTo>
                    <a:pt x="2129114" y="0"/>
                    <a:pt x="2743200" y="614086"/>
                    <a:pt x="2743200" y="1371600"/>
                  </a:cubicBezTo>
                  <a:cubicBezTo>
                    <a:pt x="2743200" y="1655668"/>
                    <a:pt x="2656844" y="1919566"/>
                    <a:pt x="2508953" y="2138475"/>
                  </a:cubicBezTo>
                  <a:lnTo>
                    <a:pt x="2467013" y="2194560"/>
                  </a:lnTo>
                  <a:lnTo>
                    <a:pt x="3889468" y="2194560"/>
                  </a:lnTo>
                  <a:lnTo>
                    <a:pt x="4114800" y="2468880"/>
                  </a:lnTo>
                  <a:lnTo>
                    <a:pt x="3889468" y="2743200"/>
                  </a:lnTo>
                  <a:lnTo>
                    <a:pt x="1371600" y="2743200"/>
                  </a:lnTo>
                  <a:cubicBezTo>
                    <a:pt x="614086" y="2743200"/>
                    <a:pt x="0" y="2129114"/>
                    <a:pt x="0" y="1371600"/>
                  </a:cubicBezTo>
                  <a:cubicBezTo>
                    <a:pt x="0" y="614086"/>
                    <a:pt x="614086" y="0"/>
                    <a:pt x="13716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1">
              <a:extLst>
                <a:ext uri="{FF2B5EF4-FFF2-40B4-BE49-F238E27FC236}">
                  <a16:creationId xmlns="" xmlns:a16="http://schemas.microsoft.com/office/drawing/2014/main" id="{998ACF9B-F42C-BAE0-A818-B11948B8BCCC}"/>
                </a:ext>
              </a:extLst>
            </p:cNvPr>
            <p:cNvSpPr/>
            <p:nvPr/>
          </p:nvSpPr>
          <p:spPr>
            <a:xfrm>
              <a:off x="7004957" y="4612821"/>
              <a:ext cx="1125843" cy="576402"/>
            </a:xfrm>
            <a:custGeom>
              <a:avLst/>
              <a:gdLst>
                <a:gd name="connsiteX0" fmla="*/ 669281 w 1125843"/>
                <a:gd name="connsiteY0" fmla="*/ 0 h 576402"/>
                <a:gd name="connsiteX1" fmla="*/ 1125843 w 1125843"/>
                <a:gd name="connsiteY1" fmla="*/ 0 h 576402"/>
                <a:gd name="connsiteX2" fmla="*/ 1120673 w 1125843"/>
                <a:gd name="connsiteY2" fmla="*/ 68324 h 576402"/>
                <a:gd name="connsiteX3" fmla="*/ 939937 w 1125843"/>
                <a:gd name="connsiteY3" fmla="*/ 529998 h 576402"/>
                <a:gd name="connsiteX4" fmla="*/ 905237 w 1125843"/>
                <a:gd name="connsiteY4" fmla="*/ 576402 h 576402"/>
                <a:gd name="connsiteX5" fmla="*/ 0 w 1125843"/>
                <a:gd name="connsiteY5" fmla="*/ 576402 h 576402"/>
                <a:gd name="connsiteX6" fmla="*/ 0 w 1125843"/>
                <a:gd name="connsiteY6" fmla="*/ 576293 h 576402"/>
                <a:gd name="connsiteX7" fmla="*/ 136139 w 1125843"/>
                <a:gd name="connsiteY7" fmla="*/ 562569 h 576402"/>
                <a:gd name="connsiteX8" fmla="*/ 136164 w 1125843"/>
                <a:gd name="connsiteY8" fmla="*/ 562561 h 576402"/>
                <a:gd name="connsiteX9" fmla="*/ 233030 w 1125843"/>
                <a:gd name="connsiteY9" fmla="*/ 535085 h 576402"/>
                <a:gd name="connsiteX10" fmla="*/ 251364 w 1125843"/>
                <a:gd name="connsiteY10" fmla="*/ 526801 h 576402"/>
                <a:gd name="connsiteX11" fmla="*/ 263951 w 1125843"/>
                <a:gd name="connsiteY11" fmla="*/ 522894 h 576402"/>
                <a:gd name="connsiteX12" fmla="*/ 283523 w 1125843"/>
                <a:gd name="connsiteY12" fmla="*/ 512271 h 576402"/>
                <a:gd name="connsiteX13" fmla="*/ 323471 w 1125843"/>
                <a:gd name="connsiteY13" fmla="*/ 494221 h 576402"/>
                <a:gd name="connsiteX14" fmla="*/ 360500 w 1125843"/>
                <a:gd name="connsiteY14" fmla="*/ 470489 h 576402"/>
                <a:gd name="connsiteX15" fmla="*/ 379612 w 1125843"/>
                <a:gd name="connsiteY15" fmla="*/ 460115 h 576402"/>
                <a:gd name="connsiteX16" fmla="*/ 389794 w 1125843"/>
                <a:gd name="connsiteY16" fmla="*/ 451714 h 576402"/>
                <a:gd name="connsiteX17" fmla="*/ 406307 w 1125843"/>
                <a:gd name="connsiteY17" fmla="*/ 441131 h 576402"/>
                <a:gd name="connsiteX18" fmla="*/ 480357 w 1125843"/>
                <a:gd name="connsiteY18" fmla="*/ 376993 h 576402"/>
                <a:gd name="connsiteX19" fmla="*/ 480384 w 1125843"/>
                <a:gd name="connsiteY19" fmla="*/ 376971 h 576402"/>
                <a:gd name="connsiteX20" fmla="*/ 480408 w 1125843"/>
                <a:gd name="connsiteY20" fmla="*/ 376942 h 576402"/>
                <a:gd name="connsiteX21" fmla="*/ 544543 w 1125843"/>
                <a:gd name="connsiteY21" fmla="*/ 302895 h 576402"/>
                <a:gd name="connsiteX22" fmla="*/ 555126 w 1125843"/>
                <a:gd name="connsiteY22" fmla="*/ 286382 h 576402"/>
                <a:gd name="connsiteX23" fmla="*/ 563528 w 1125843"/>
                <a:gd name="connsiteY23" fmla="*/ 276199 h 576402"/>
                <a:gd name="connsiteX24" fmla="*/ 573903 w 1125843"/>
                <a:gd name="connsiteY24" fmla="*/ 257085 h 576402"/>
                <a:gd name="connsiteX25" fmla="*/ 597633 w 1125843"/>
                <a:gd name="connsiteY25" fmla="*/ 220058 h 576402"/>
                <a:gd name="connsiteX26" fmla="*/ 615682 w 1125843"/>
                <a:gd name="connsiteY26" fmla="*/ 180112 h 576402"/>
                <a:gd name="connsiteX27" fmla="*/ 626307 w 1125843"/>
                <a:gd name="connsiteY27" fmla="*/ 160538 h 576402"/>
                <a:gd name="connsiteX28" fmla="*/ 630214 w 1125843"/>
                <a:gd name="connsiteY28" fmla="*/ 147949 h 576402"/>
                <a:gd name="connsiteX29" fmla="*/ 638498 w 1125843"/>
                <a:gd name="connsiteY29" fmla="*/ 129617 h 576402"/>
                <a:gd name="connsiteX30" fmla="*/ 665974 w 1125843"/>
                <a:gd name="connsiteY30" fmla="*/ 32750 h 576402"/>
                <a:gd name="connsiteX31" fmla="*/ 665982 w 1125843"/>
                <a:gd name="connsiteY31" fmla="*/ 32726 h 57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25843" h="576402">
                  <a:moveTo>
                    <a:pt x="669281" y="0"/>
                  </a:moveTo>
                  <a:lnTo>
                    <a:pt x="1125843" y="0"/>
                  </a:lnTo>
                  <a:lnTo>
                    <a:pt x="1120673" y="68324"/>
                  </a:lnTo>
                  <a:cubicBezTo>
                    <a:pt x="1094842" y="237378"/>
                    <a:pt x="1031709" y="394157"/>
                    <a:pt x="939937" y="529998"/>
                  </a:cubicBezTo>
                  <a:lnTo>
                    <a:pt x="905237" y="576402"/>
                  </a:lnTo>
                  <a:lnTo>
                    <a:pt x="0" y="576402"/>
                  </a:lnTo>
                  <a:lnTo>
                    <a:pt x="0" y="576293"/>
                  </a:lnTo>
                  <a:lnTo>
                    <a:pt x="136139" y="562569"/>
                  </a:lnTo>
                  <a:lnTo>
                    <a:pt x="136164" y="562561"/>
                  </a:lnTo>
                  <a:lnTo>
                    <a:pt x="233030" y="535085"/>
                  </a:lnTo>
                  <a:lnTo>
                    <a:pt x="251364" y="526801"/>
                  </a:lnTo>
                  <a:lnTo>
                    <a:pt x="263951" y="522894"/>
                  </a:lnTo>
                  <a:lnTo>
                    <a:pt x="283523" y="512271"/>
                  </a:lnTo>
                  <a:lnTo>
                    <a:pt x="323471" y="494221"/>
                  </a:lnTo>
                  <a:lnTo>
                    <a:pt x="360500" y="470489"/>
                  </a:lnTo>
                  <a:lnTo>
                    <a:pt x="379612" y="460115"/>
                  </a:lnTo>
                  <a:lnTo>
                    <a:pt x="389794" y="451714"/>
                  </a:lnTo>
                  <a:lnTo>
                    <a:pt x="406307" y="441131"/>
                  </a:lnTo>
                  <a:lnTo>
                    <a:pt x="480357" y="376993"/>
                  </a:lnTo>
                  <a:lnTo>
                    <a:pt x="480384" y="376971"/>
                  </a:lnTo>
                  <a:lnTo>
                    <a:pt x="480408" y="376942"/>
                  </a:lnTo>
                  <a:lnTo>
                    <a:pt x="544543" y="302895"/>
                  </a:lnTo>
                  <a:lnTo>
                    <a:pt x="555126" y="286382"/>
                  </a:lnTo>
                  <a:lnTo>
                    <a:pt x="563528" y="276199"/>
                  </a:lnTo>
                  <a:lnTo>
                    <a:pt x="573903" y="257085"/>
                  </a:lnTo>
                  <a:lnTo>
                    <a:pt x="597633" y="220058"/>
                  </a:lnTo>
                  <a:lnTo>
                    <a:pt x="615682" y="180112"/>
                  </a:lnTo>
                  <a:lnTo>
                    <a:pt x="626307" y="160538"/>
                  </a:lnTo>
                  <a:lnTo>
                    <a:pt x="630214" y="147949"/>
                  </a:lnTo>
                  <a:lnTo>
                    <a:pt x="638498" y="129617"/>
                  </a:lnTo>
                  <a:lnTo>
                    <a:pt x="665974" y="32750"/>
                  </a:lnTo>
                  <a:lnTo>
                    <a:pt x="665982" y="3272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0"/>
                  </a:schemeClr>
                </a:gs>
                <a:gs pos="64000">
                  <a:schemeClr val="tx1">
                    <a:alpha val="20000"/>
                  </a:schemeClr>
                </a:gs>
                <a:gs pos="73000">
                  <a:schemeClr val="tx1">
                    <a:alpha val="30000"/>
                  </a:schemeClr>
                </a:gs>
                <a:gs pos="100000">
                  <a:schemeClr val="tx1"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71BAF7BE-CAE4-BA4E-5093-635AAE3278AE}"/>
              </a:ext>
            </a:extLst>
          </p:cNvPr>
          <p:cNvSpPr txBox="1"/>
          <p:nvPr/>
        </p:nvSpPr>
        <p:spPr>
          <a:xfrm>
            <a:off x="8443910" y="4479715"/>
            <a:ext cx="2590714" cy="40011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r>
              <a:rPr lang="en-US" sz="2000" b="1" noProof="1"/>
              <a:t>Software Interfaces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A3363E9-B9B4-967B-293F-15B0EFB0375B}"/>
              </a:ext>
            </a:extLst>
          </p:cNvPr>
          <p:cNvSpPr txBox="1"/>
          <p:nvPr/>
        </p:nvSpPr>
        <p:spPr>
          <a:xfrm>
            <a:off x="8540969" y="5094968"/>
            <a:ext cx="2396596" cy="830997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just"/>
            <a:r>
              <a: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Integration with cloud services (AWS, Google Cloud) and APIs for data processing, AI model inference, or external databases.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948" y="3504271"/>
            <a:ext cx="673100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62" y="5116059"/>
            <a:ext cx="6985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057" y="4976528"/>
            <a:ext cx="890655" cy="89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54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288BF6-D96D-6948-2792-BB13F55A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594" y="840740"/>
            <a:ext cx="9307360" cy="923759"/>
          </a:xfrm>
        </p:spPr>
        <p:txBody>
          <a:bodyPr/>
          <a:lstStyle/>
          <a:p>
            <a:r>
              <a:rPr lang="en-IN" sz="3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6DCC88-A6DD-AF68-5C8B-2AA4476AE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329907"/>
            <a:ext cx="7782098" cy="3000850"/>
          </a:xfrm>
        </p:spPr>
        <p:txBody>
          <a:bodyPr>
            <a:normAutofit lnSpcReduction="10000"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- Leverages Bidirectional LSTM and optimized data pipelines to improve accuracy and scalability in toxic comment classification.  </a:t>
            </a:r>
            <a:endParaRPr lang="en-IN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- Incorporates robust evaluation metrics and </a:t>
            </a:r>
            <a:r>
              <a:rPr lang="en-IN" sz="1800" dirty="0" err="1">
                <a:solidFill>
                  <a:schemeClr val="tx1"/>
                </a:solidFill>
              </a:rPr>
              <a:t>TensorFlow's</a:t>
            </a:r>
            <a:r>
              <a:rPr lang="en-IN" sz="1800" dirty="0">
                <a:solidFill>
                  <a:schemeClr val="tx1"/>
                </a:solidFill>
              </a:rPr>
              <a:t> `</a:t>
            </a:r>
            <a:r>
              <a:rPr lang="en-IN" sz="1800" dirty="0" err="1">
                <a:solidFill>
                  <a:schemeClr val="tx1"/>
                </a:solidFill>
              </a:rPr>
              <a:t>TextVectorization</a:t>
            </a:r>
            <a:r>
              <a:rPr lang="en-IN" sz="1800" dirty="0">
                <a:solidFill>
                  <a:schemeClr val="tx1"/>
                </a:solidFill>
              </a:rPr>
              <a:t>` for precise and efficient processing of large datasets. </a:t>
            </a:r>
            <a:endParaRPr lang="en-IN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800" dirty="0" smtClean="0">
                <a:solidFill>
                  <a:schemeClr val="tx1"/>
                </a:solidFill>
              </a:rPr>
              <a:t> </a:t>
            </a:r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- Provides a </a:t>
            </a:r>
            <a:r>
              <a:rPr lang="en-IN" sz="1800" dirty="0" err="1">
                <a:solidFill>
                  <a:schemeClr val="tx1"/>
                </a:solidFill>
              </a:rPr>
              <a:t>Gradio</a:t>
            </a:r>
            <a:r>
              <a:rPr lang="en-IN" sz="1800" dirty="0">
                <a:solidFill>
                  <a:schemeClr val="tx1"/>
                </a:solidFill>
              </a:rPr>
              <a:t>-based interactive interface for seamless real-time predictions, enhancing usability and deployment.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6D20761-F1F2-8BF0-9550-1BDBBC18E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38387" y="222039"/>
            <a:ext cx="1225296" cy="1043432"/>
          </a:xfrm>
          <a:prstGeom prst="rect">
            <a:avLst/>
          </a:prstGeom>
        </p:spPr>
      </p:pic>
      <p:pic>
        <p:nvPicPr>
          <p:cNvPr id="4098" name="Picture 2" descr="C:\Users\ADMIN\Downloads\speech-bubb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53" y="2535381"/>
            <a:ext cx="2438740" cy="243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84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BC0263-D408-12C1-1BFD-4DDBF143F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0306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</a:t>
            </a:r>
            <a:r>
              <a:rPr lang="en-IN" dirty="0" smtClean="0"/>
              <a:t>YOU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53323AD-C95E-89CB-D12B-1DE22B5A4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52803" y="215938"/>
            <a:ext cx="1225296" cy="104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1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259</TotalTime>
  <Words>350</Words>
  <Application>Microsoft Office PowerPoint</Application>
  <PresentationFormat>Custom</PresentationFormat>
  <Paragraphs>61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Executive</vt:lpstr>
      <vt:lpstr>Inappropriate Comments Scanner</vt:lpstr>
      <vt:lpstr>OBJECTIVE OF THE PROJECT</vt:lpstr>
      <vt:lpstr>OUTCOME OF THE PROJECT</vt:lpstr>
      <vt:lpstr>Software Requirements</vt:lpstr>
      <vt:lpstr>External Interface Requirements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Inappropriate Comments Scanner</dc:title>
  <dc:creator>NIKHITHA SURASANI</dc:creator>
  <cp:lastModifiedBy>ADMIN</cp:lastModifiedBy>
  <cp:revision>15</cp:revision>
  <dcterms:created xsi:type="dcterms:W3CDTF">2024-11-12T09:37:49Z</dcterms:created>
  <dcterms:modified xsi:type="dcterms:W3CDTF">2025-02-28T04:16:35Z</dcterms:modified>
</cp:coreProperties>
</file>